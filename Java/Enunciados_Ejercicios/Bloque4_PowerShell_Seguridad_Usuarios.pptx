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5" r:id="rId5"/>
    <p:sldId id="259" r:id="rId6"/>
    <p:sldId id="260" r:id="rId7"/>
    <p:sldId id="278" r:id="rId8"/>
    <p:sldId id="284" r:id="rId9"/>
    <p:sldId id="269" r:id="rId10"/>
    <p:sldId id="287" r:id="rId11"/>
    <p:sldId id="261" r:id="rId12"/>
    <p:sldId id="279" r:id="rId13"/>
    <p:sldId id="283" r:id="rId14"/>
    <p:sldId id="286" r:id="rId15"/>
    <p:sldId id="262" r:id="rId16"/>
    <p:sldId id="263" r:id="rId17"/>
    <p:sldId id="280" r:id="rId18"/>
    <p:sldId id="281" r:id="rId19"/>
    <p:sldId id="291" r:id="rId20"/>
    <p:sldId id="264" r:id="rId21"/>
    <p:sldId id="265" r:id="rId22"/>
    <p:sldId id="282" r:id="rId23"/>
    <p:sldId id="292" r:id="rId24"/>
    <p:sldId id="270" r:id="rId25"/>
    <p:sldId id="271" r:id="rId26"/>
    <p:sldId id="272" r:id="rId27"/>
    <p:sldId id="288" r:id="rId28"/>
    <p:sldId id="266" r:id="rId29"/>
    <p:sldId id="267" r:id="rId30"/>
    <p:sldId id="268" r:id="rId31"/>
    <p:sldId id="273" r:id="rId32"/>
    <p:sldId id="274" r:id="rId33"/>
    <p:sldId id="275" r:id="rId34"/>
    <p:sldId id="276" r:id="rId35"/>
    <p:sldId id="277" r:id="rId36"/>
    <p:sldId id="289" r:id="rId37"/>
    <p:sldId id="290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8F986-9418-403F-8083-CE7B3FC15EA1}" v="385" dt="2025-10-10T10:50:25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8" y="-3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custSel addSld modSld">
      <pc:chgData name="Alberto Ruiz" userId="47fa91d207cfb014" providerId="LiveId" clId="{9743E567-337F-4C21-A62A-0C7FCC4B4E77}" dt="2025-09-11T09:47:04.843" v="691" actId="313"/>
      <pc:docMkLst>
        <pc:docMk/>
      </pc:docMkLst>
      <pc:sldChg chg="modSp mod">
        <pc:chgData name="Alberto Ruiz" userId="47fa91d207cfb014" providerId="LiveId" clId="{9743E567-337F-4C21-A62A-0C7FCC4B4E77}" dt="2025-09-11T09:05:09.259" v="82"/>
        <pc:sldMkLst>
          <pc:docMk/>
          <pc:sldMk cId="0" sldId="261"/>
        </pc:sldMkLst>
        <pc:graphicFrameChg chg="mod modGraphic">
          <ac:chgData name="Alberto Ruiz" userId="47fa91d207cfb014" providerId="LiveId" clId="{9743E567-337F-4C21-A62A-0C7FCC4B4E77}" dt="2025-09-11T09:05:09.259" v="82"/>
          <ac:graphicFrameMkLst>
            <pc:docMk/>
            <pc:sldMk cId="0" sldId="261"/>
            <ac:graphicFrameMk id="5" creationId="{F08BA541-1A12-8056-B906-72F32A1CBCCC}"/>
          </ac:graphicFrameMkLst>
        </pc:graphicFrameChg>
      </pc:sldChg>
      <pc:sldChg chg="modSp mod">
        <pc:chgData name="Alberto Ruiz" userId="47fa91d207cfb014" providerId="LiveId" clId="{9743E567-337F-4C21-A62A-0C7FCC4B4E77}" dt="2025-09-11T09:27:48.179" v="371" actId="20577"/>
        <pc:sldMkLst>
          <pc:docMk/>
          <pc:sldMk cId="0" sldId="263"/>
        </pc:sldMkLst>
        <pc:spChg chg="mod">
          <ac:chgData name="Alberto Ruiz" userId="47fa91d207cfb014" providerId="LiveId" clId="{9743E567-337F-4C21-A62A-0C7FCC4B4E77}" dt="2025-09-11T09:27:48.179" v="37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lberto Ruiz" userId="47fa91d207cfb014" providerId="LiveId" clId="{9743E567-337F-4C21-A62A-0C7FCC4B4E77}" dt="2025-09-11T09:28:01.550" v="378" actId="27636"/>
        <pc:sldMkLst>
          <pc:docMk/>
          <pc:sldMk cId="0" sldId="264"/>
        </pc:sldMkLst>
        <pc:spChg chg="mod">
          <ac:chgData name="Alberto Ruiz" userId="47fa91d207cfb014" providerId="LiveId" clId="{9743E567-337F-4C21-A62A-0C7FCC4B4E77}" dt="2025-09-11T09:28:01.550" v="378" actId="27636"/>
          <ac:spMkLst>
            <pc:docMk/>
            <pc:sldMk cId="0" sldId="264"/>
            <ac:spMk id="3" creationId="{00000000-0000-0000-0000-000000000000}"/>
          </ac:spMkLst>
        </pc:spChg>
      </pc:sldChg>
      <pc:sldChg chg="modSp new mod">
        <pc:chgData name="Alberto Ruiz" userId="47fa91d207cfb014" providerId="LiveId" clId="{9743E567-337F-4C21-A62A-0C7FCC4B4E77}" dt="2025-09-11T08:26:07.321" v="46" actId="113"/>
        <pc:sldMkLst>
          <pc:docMk/>
          <pc:sldMk cId="966102277" sldId="278"/>
        </pc:sldMkLst>
        <pc:spChg chg="mod">
          <ac:chgData name="Alberto Ruiz" userId="47fa91d207cfb014" providerId="LiveId" clId="{9743E567-337F-4C21-A62A-0C7FCC4B4E77}" dt="2025-09-11T08:24:47.342" v="20" actId="27636"/>
          <ac:spMkLst>
            <pc:docMk/>
            <pc:sldMk cId="966102277" sldId="278"/>
            <ac:spMk id="2" creationId="{397A0146-6971-4A5B-27AB-D727AEA5BA7E}"/>
          </ac:spMkLst>
        </pc:spChg>
        <pc:spChg chg="mod">
          <ac:chgData name="Alberto Ruiz" userId="47fa91d207cfb014" providerId="LiveId" clId="{9743E567-337F-4C21-A62A-0C7FCC4B4E77}" dt="2025-09-11T08:26:07.321" v="46" actId="113"/>
          <ac:spMkLst>
            <pc:docMk/>
            <pc:sldMk cId="966102277" sldId="278"/>
            <ac:spMk id="3" creationId="{52A844B0-C86C-142C-4180-5D4B0DE3A9B6}"/>
          </ac:spMkLst>
        </pc:spChg>
      </pc:sldChg>
      <pc:sldChg chg="modSp new mod">
        <pc:chgData name="Alberto Ruiz" userId="47fa91d207cfb014" providerId="LiveId" clId="{9743E567-337F-4C21-A62A-0C7FCC4B4E77}" dt="2025-09-11T09:08:13.104" v="139" actId="113"/>
        <pc:sldMkLst>
          <pc:docMk/>
          <pc:sldMk cId="559143746" sldId="279"/>
        </pc:sldMkLst>
        <pc:spChg chg="mod">
          <ac:chgData name="Alberto Ruiz" userId="47fa91d207cfb014" providerId="LiveId" clId="{9743E567-337F-4C21-A62A-0C7FCC4B4E77}" dt="2025-09-11T09:07:03.224" v="106" actId="1076"/>
          <ac:spMkLst>
            <pc:docMk/>
            <pc:sldMk cId="559143746" sldId="279"/>
            <ac:spMk id="2" creationId="{C772E06B-AA93-9ECF-32DB-A29A54AE0C1B}"/>
          </ac:spMkLst>
        </pc:spChg>
        <pc:spChg chg="mod">
          <ac:chgData name="Alberto Ruiz" userId="47fa91d207cfb014" providerId="LiveId" clId="{9743E567-337F-4C21-A62A-0C7FCC4B4E77}" dt="2025-09-11T09:08:13.104" v="139" actId="113"/>
          <ac:spMkLst>
            <pc:docMk/>
            <pc:sldMk cId="559143746" sldId="279"/>
            <ac:spMk id="3" creationId="{46309E39-C278-07E7-3A89-A46ED0331067}"/>
          </ac:spMkLst>
        </pc:spChg>
      </pc:sldChg>
      <pc:sldChg chg="modSp new mod">
        <pc:chgData name="Alberto Ruiz" userId="47fa91d207cfb014" providerId="LiveId" clId="{9743E567-337F-4C21-A62A-0C7FCC4B4E77}" dt="2025-09-11T09:13:54.634" v="222" actId="14100"/>
        <pc:sldMkLst>
          <pc:docMk/>
          <pc:sldMk cId="3573955899" sldId="280"/>
        </pc:sldMkLst>
        <pc:spChg chg="mod">
          <ac:chgData name="Alberto Ruiz" userId="47fa91d207cfb014" providerId="LiveId" clId="{9743E567-337F-4C21-A62A-0C7FCC4B4E77}" dt="2025-09-11T09:13:49.189" v="220" actId="1076"/>
          <ac:spMkLst>
            <pc:docMk/>
            <pc:sldMk cId="3573955899" sldId="280"/>
            <ac:spMk id="2" creationId="{085CC334-232D-1D95-EC5E-3BA1421B0790}"/>
          </ac:spMkLst>
        </pc:spChg>
        <pc:spChg chg="mod">
          <ac:chgData name="Alberto Ruiz" userId="47fa91d207cfb014" providerId="LiveId" clId="{9743E567-337F-4C21-A62A-0C7FCC4B4E77}" dt="2025-09-11T09:13:54.634" v="222" actId="14100"/>
          <ac:spMkLst>
            <pc:docMk/>
            <pc:sldMk cId="3573955899" sldId="280"/>
            <ac:spMk id="3" creationId="{7273007C-ED87-93EE-B106-FCFC977FF4AB}"/>
          </ac:spMkLst>
        </pc:spChg>
      </pc:sldChg>
      <pc:sldChg chg="modSp new mod">
        <pc:chgData name="Alberto Ruiz" userId="47fa91d207cfb014" providerId="LiveId" clId="{9743E567-337F-4C21-A62A-0C7FCC4B4E77}" dt="2025-09-11T09:31:55.312" v="477" actId="403"/>
        <pc:sldMkLst>
          <pc:docMk/>
          <pc:sldMk cId="2256132919" sldId="281"/>
        </pc:sldMkLst>
        <pc:spChg chg="mod">
          <ac:chgData name="Alberto Ruiz" userId="47fa91d207cfb014" providerId="LiveId" clId="{9743E567-337F-4C21-A62A-0C7FCC4B4E77}" dt="2025-09-11T09:31:23.509" v="464" actId="1076"/>
          <ac:spMkLst>
            <pc:docMk/>
            <pc:sldMk cId="2256132919" sldId="281"/>
            <ac:spMk id="2" creationId="{8ABA560F-B38A-7476-9F87-3D8DCCA7A963}"/>
          </ac:spMkLst>
        </pc:spChg>
        <pc:spChg chg="mod">
          <ac:chgData name="Alberto Ruiz" userId="47fa91d207cfb014" providerId="LiveId" clId="{9743E567-337F-4C21-A62A-0C7FCC4B4E77}" dt="2025-09-11T09:31:55.312" v="477" actId="403"/>
          <ac:spMkLst>
            <pc:docMk/>
            <pc:sldMk cId="2256132919" sldId="281"/>
            <ac:spMk id="3" creationId="{5B427481-8802-3E70-A0E2-D24D1C03D1ED}"/>
          </ac:spMkLst>
        </pc:spChg>
      </pc:sldChg>
      <pc:sldChg chg="modSp new mod">
        <pc:chgData name="Alberto Ruiz" userId="47fa91d207cfb014" providerId="LiveId" clId="{9743E567-337F-4C21-A62A-0C7FCC4B4E77}" dt="2025-09-11T09:47:04.843" v="691" actId="313"/>
        <pc:sldMkLst>
          <pc:docMk/>
          <pc:sldMk cId="1323068686" sldId="282"/>
        </pc:sldMkLst>
        <pc:spChg chg="mod">
          <ac:chgData name="Alberto Ruiz" userId="47fa91d207cfb014" providerId="LiveId" clId="{9743E567-337F-4C21-A62A-0C7FCC4B4E77}" dt="2025-09-11T09:44:50.779" v="486" actId="20577"/>
          <ac:spMkLst>
            <pc:docMk/>
            <pc:sldMk cId="1323068686" sldId="282"/>
            <ac:spMk id="2" creationId="{33848B90-D4EA-2851-2DCE-0AB212C934C9}"/>
          </ac:spMkLst>
        </pc:spChg>
        <pc:spChg chg="mod">
          <ac:chgData name="Alberto Ruiz" userId="47fa91d207cfb014" providerId="LiveId" clId="{9743E567-337F-4C21-A62A-0C7FCC4B4E77}" dt="2025-09-11T09:47:04.843" v="691" actId="313"/>
          <ac:spMkLst>
            <pc:docMk/>
            <pc:sldMk cId="1323068686" sldId="282"/>
            <ac:spMk id="3" creationId="{C4826EB6-842F-5560-4AE2-C9B2E3319A16}"/>
          </ac:spMkLst>
        </pc:spChg>
      </pc:sldChg>
    </pc:docChg>
  </pc:docChgLst>
  <pc:docChgLst>
    <pc:chgData name="Alberto Ruiz" userId="47fa91d207cfb014" providerId="LiveId" clId="{85FEFC20-368C-4804-AF35-776ECB9C6605}"/>
    <pc:docChg chg="undo custSel addSld delSld modSld sldOrd">
      <pc:chgData name="Alberto Ruiz" userId="47fa91d207cfb014" providerId="LiveId" clId="{85FEFC20-368C-4804-AF35-776ECB9C6605}" dt="2025-10-10T10:50:25.715" v="844" actId="14100"/>
      <pc:docMkLst>
        <pc:docMk/>
      </pc:docMkLst>
      <pc:sldChg chg="addSp modSp mod setBg addAnim">
        <pc:chgData name="Alberto Ruiz" userId="47fa91d207cfb014" providerId="LiveId" clId="{85FEFC20-368C-4804-AF35-776ECB9C6605}" dt="2025-10-05T15:53:36.320" v="111" actId="107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9" creationId="{EB0222B5-B739-82A9-5CCC-C5585AE12A69}"/>
          </ac:spMkLst>
        </pc:spChg>
        <pc:spChg chg="add">
          <ac:chgData name="Alberto Ruiz" userId="47fa91d207cfb014" providerId="LiveId" clId="{85FEFC20-368C-4804-AF35-776ECB9C6605}" dt="2025-09-10T10:35:07.893" v="0" actId="26606"/>
          <ac:spMkLst>
            <pc:docMk/>
            <pc:sldMk cId="0" sldId="256"/>
            <ac:spMk id="11" creationId="{5BE23E75-E7E9-4D9F-6D25-5512363F8621}"/>
          </ac:spMkLst>
        </pc:spChg>
        <pc:picChg chg="add mod">
          <ac:chgData name="Alberto Ruiz" userId="47fa91d207cfb014" providerId="LiveId" clId="{85FEFC20-368C-4804-AF35-776ECB9C6605}" dt="2025-10-05T15:53:36.320" v="111" actId="1076"/>
          <ac:picMkLst>
            <pc:docMk/>
            <pc:sldMk cId="0" sldId="256"/>
            <ac:picMk id="4" creationId="{6B0B1E38-A02F-9704-2AC6-47E14C4537D2}"/>
          </ac:picMkLst>
        </pc:picChg>
        <pc:picChg chg="add">
          <ac:chgData name="Alberto Ruiz" userId="47fa91d207cfb014" providerId="LiveId" clId="{85FEFC20-368C-4804-AF35-776ECB9C6605}" dt="2025-09-10T10:35:07.893" v="0" actId="26606"/>
          <ac:picMkLst>
            <pc:docMk/>
            <pc:sldMk cId="0" sldId="256"/>
            <ac:picMk id="5" creationId="{DFA77FEF-B237-9326-8A4E-0A725A6321E0}"/>
          </ac:picMkLst>
        </pc:picChg>
        <pc:picChg chg="add mod">
          <ac:chgData name="Alberto Ruiz" userId="47fa91d207cfb014" providerId="LiveId" clId="{85FEFC20-368C-4804-AF35-776ECB9C6605}" dt="2025-10-05T15:53:36.320" v="111" actId="1076"/>
          <ac:picMkLst>
            <pc:docMk/>
            <pc:sldMk cId="0" sldId="256"/>
            <ac:picMk id="6" creationId="{96CD9571-D8C9-8721-852E-01821FF1895F}"/>
          </ac:picMkLst>
        </pc:picChg>
        <pc:cxnChg chg="add">
          <ac:chgData name="Alberto Ruiz" userId="47fa91d207cfb014" providerId="LiveId" clId="{85FEFC20-368C-4804-AF35-776ECB9C6605}" dt="2025-09-10T10:35:07.893" v="0" actId="26606"/>
          <ac:cxnSpMkLst>
            <pc:docMk/>
            <pc:sldMk cId="0" sldId="256"/>
            <ac:cxnSpMk id="13" creationId="{61B115DB-65EB-3FC3-7284-CFDF4ADC60B6}"/>
          </ac:cxnSpMkLst>
        </pc:cxnChg>
      </pc:sldChg>
      <pc:sldChg chg="addSp delSp modSp mod setBg">
        <pc:chgData name="Alberto Ruiz" userId="47fa91d207cfb014" providerId="LiveId" clId="{85FEFC20-368C-4804-AF35-776ECB9C6605}" dt="2025-10-09T14:24:41.888" v="128" actId="20577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15.164" v="3" actId="26606"/>
          <ac:spMkLst>
            <pc:docMk/>
            <pc:sldMk cId="0" sldId="257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15.164" v="3" actId="26606"/>
          <ac:grpSpMkLst>
            <pc:docMk/>
            <pc:sldMk cId="0" sldId="257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15.164" v="3" actId="26606"/>
          <ac:grpSpMkLst>
            <pc:docMk/>
            <pc:sldMk cId="0" sldId="257"/>
            <ac:grpSpMk id="21" creationId="{AF9AF3F3-CE0C-4125-BDD7-346487FA0B40}"/>
          </ac:grpSpMkLst>
        </pc:grpChg>
        <pc:graphicFrameChg chg="add mod modGraphic">
          <ac:chgData name="Alberto Ruiz" userId="47fa91d207cfb014" providerId="LiveId" clId="{85FEFC20-368C-4804-AF35-776ECB9C6605}" dt="2025-10-09T14:24:41.888" v="128" actId="20577"/>
          <ac:graphicFrameMkLst>
            <pc:docMk/>
            <pc:sldMk cId="0" sldId="257"/>
            <ac:graphicFrameMk id="5" creationId="{B7036FEF-6F92-09AF-06CF-CFE7DE86856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19.681" v="4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19.681" v="4" actId="26606"/>
          <ac:spMkLst>
            <pc:docMk/>
            <pc:sldMk cId="0" sldId="258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19.681" v="4" actId="26606"/>
          <ac:grpSpMkLst>
            <pc:docMk/>
            <pc:sldMk cId="0" sldId="258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19.681" v="4" actId="26606"/>
          <ac:grpSpMkLst>
            <pc:docMk/>
            <pc:sldMk cId="0" sldId="258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19.681" v="4" actId="26606"/>
          <ac:graphicFrameMkLst>
            <pc:docMk/>
            <pc:sldMk cId="0" sldId="258"/>
            <ac:graphicFrameMk id="5" creationId="{226E7D60-7D9A-5C1B-C0BC-C1FD8A6D5D0F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23.569" v="5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23.569" v="5" actId="26606"/>
          <ac:spMkLst>
            <pc:docMk/>
            <pc:sldMk cId="0" sldId="259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23.569" v="5" actId="26606"/>
          <ac:grpSpMkLst>
            <pc:docMk/>
            <pc:sldMk cId="0" sldId="259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23.569" v="5" actId="26606"/>
          <ac:grpSpMkLst>
            <pc:docMk/>
            <pc:sldMk cId="0" sldId="259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23.569" v="5" actId="26606"/>
          <ac:graphicFrameMkLst>
            <pc:docMk/>
            <pc:sldMk cId="0" sldId="259"/>
            <ac:graphicFrameMk id="5" creationId="{B242B268-9B3A-61F3-B594-9CAE10C80F2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10-09T14:25:52.975" v="139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27.468" v="6" actId="26606"/>
          <ac:spMkLst>
            <pc:docMk/>
            <pc:sldMk cId="0" sldId="26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27.468" v="6" actId="26606"/>
          <ac:grpSpMkLst>
            <pc:docMk/>
            <pc:sldMk cId="0" sldId="26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27.468" v="6" actId="26606"/>
          <ac:grpSpMkLst>
            <pc:docMk/>
            <pc:sldMk cId="0" sldId="26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27.468" v="6" actId="26606"/>
          <ac:graphicFrameMkLst>
            <pc:docMk/>
            <pc:sldMk cId="0" sldId="260"/>
            <ac:graphicFrameMk id="5" creationId="{1ECDAC4F-FB5B-7770-2B50-6C71041D81AA}"/>
          </ac:graphicFrameMkLst>
        </pc:graphicFrameChg>
        <pc:picChg chg="add">
          <ac:chgData name="Alberto Ruiz" userId="47fa91d207cfb014" providerId="LiveId" clId="{85FEFC20-368C-4804-AF35-776ECB9C6605}" dt="2025-10-09T14:25:52.975" v="139"/>
          <ac:picMkLst>
            <pc:docMk/>
            <pc:sldMk cId="0" sldId="260"/>
            <ac:picMk id="3" creationId="{4210ABA5-3E7C-94BD-76AC-43DC77C891AE}"/>
          </ac:picMkLst>
        </pc:picChg>
      </pc:sldChg>
      <pc:sldChg chg="addSp delSp modSp mod setBg">
        <pc:chgData name="Alberto Ruiz" userId="47fa91d207cfb014" providerId="LiveId" clId="{85FEFC20-368C-4804-AF35-776ECB9C6605}" dt="2025-10-10T09:45:39.772" v="839" actId="20577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31.691" v="7" actId="26606"/>
          <ac:spMkLst>
            <pc:docMk/>
            <pc:sldMk cId="0" sldId="26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31.691" v="7" actId="26606"/>
          <ac:grpSpMkLst>
            <pc:docMk/>
            <pc:sldMk cId="0" sldId="26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31.691" v="7" actId="26606"/>
          <ac:grpSpMkLst>
            <pc:docMk/>
            <pc:sldMk cId="0" sldId="261"/>
            <ac:grpSpMk id="21" creationId="{AF9AF3F3-CE0C-4125-BDD7-346487FA0B40}"/>
          </ac:grpSpMkLst>
        </pc:grpChg>
        <pc:graphicFrameChg chg="add modGraphic">
          <ac:chgData name="Alberto Ruiz" userId="47fa91d207cfb014" providerId="LiveId" clId="{85FEFC20-368C-4804-AF35-776ECB9C6605}" dt="2025-10-10T09:45:39.772" v="839" actId="20577"/>
          <ac:graphicFrameMkLst>
            <pc:docMk/>
            <pc:sldMk cId="0" sldId="261"/>
            <ac:graphicFrameMk id="5" creationId="{F08BA541-1A12-8056-B906-72F32A1CBCC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34.578" v="8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34.578" v="8" actId="26606"/>
          <ac:spMkLst>
            <pc:docMk/>
            <pc:sldMk cId="0" sldId="26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34.578" v="8" actId="26606"/>
          <ac:grpSpMkLst>
            <pc:docMk/>
            <pc:sldMk cId="0" sldId="26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34.578" v="8" actId="26606"/>
          <ac:grpSpMkLst>
            <pc:docMk/>
            <pc:sldMk cId="0" sldId="26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34.578" v="8" actId="26606"/>
          <ac:graphicFrameMkLst>
            <pc:docMk/>
            <pc:sldMk cId="0" sldId="262"/>
            <ac:graphicFrameMk id="5" creationId="{3BAE5696-01D2-2C47-5C3A-D5C4D7FBE698}"/>
          </ac:graphicFrameMkLst>
        </pc:graphicFrameChg>
      </pc:sldChg>
      <pc:sldChg chg="addSp modSp mod setBg">
        <pc:chgData name="Alberto Ruiz" userId="47fa91d207cfb014" providerId="LiveId" clId="{85FEFC20-368C-4804-AF35-776ECB9C6605}" dt="2025-09-10T10:35:40.194" v="9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8" creationId="{203CBE6E-E6B2-417D-A61A-D5F70F02A402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0" creationId="{1466BE98-0341-4CFA-8601-3E68FB730704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2" creationId="{663E89A1-984A-4500-9453-4203AD1B83BE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4" creationId="{B3FD642B-C569-4ABB-AE20-EFA6BC995903}"/>
          </ac:spMkLst>
        </pc:spChg>
        <pc:spChg chg="add">
          <ac:chgData name="Alberto Ruiz" userId="47fa91d207cfb014" providerId="LiveId" clId="{85FEFC20-368C-4804-AF35-776ECB9C6605}" dt="2025-09-10T10:35:40.194" v="9" actId="26606"/>
          <ac:spMkLst>
            <pc:docMk/>
            <pc:sldMk cId="0" sldId="263"/>
            <ac:spMk id="16" creationId="{AA92FED3-1F18-4138-B4E4-627D78B00203}"/>
          </ac:spMkLst>
        </pc:spChg>
      </pc:sldChg>
      <pc:sldChg chg="addSp modSp mod setBg">
        <pc:chgData name="Alberto Ruiz" userId="47fa91d207cfb014" providerId="LiveId" clId="{85FEFC20-368C-4804-AF35-776ECB9C6605}" dt="2025-09-10T10:35:44.444" v="10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8" creationId="{203CBE6E-E6B2-417D-A61A-D5F70F02A402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0" creationId="{1466BE98-0341-4CFA-8601-3E68FB730704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2" creationId="{663E89A1-984A-4500-9453-4203AD1B83BE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4" creationId="{B3FD642B-C569-4ABB-AE20-EFA6BC995903}"/>
          </ac:spMkLst>
        </pc:spChg>
        <pc:spChg chg="add">
          <ac:chgData name="Alberto Ruiz" userId="47fa91d207cfb014" providerId="LiveId" clId="{85FEFC20-368C-4804-AF35-776ECB9C6605}" dt="2025-09-10T10:35:44.444" v="10" actId="26606"/>
          <ac:spMkLst>
            <pc:docMk/>
            <pc:sldMk cId="0" sldId="264"/>
            <ac:spMk id="16" creationId="{AA92FED3-1F18-4138-B4E4-627D78B00203}"/>
          </ac:spMkLst>
        </pc:spChg>
      </pc:sldChg>
      <pc:sldChg chg="addSp delSp modSp mod setBg">
        <pc:chgData name="Alberto Ruiz" userId="47fa91d207cfb014" providerId="LiveId" clId="{85FEFC20-368C-4804-AF35-776ECB9C6605}" dt="2025-09-10T10:35:48.316" v="11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48.316" v="11" actId="26606"/>
          <ac:spMkLst>
            <pc:docMk/>
            <pc:sldMk cId="0" sldId="265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48.316" v="11" actId="26606"/>
          <ac:grpSpMkLst>
            <pc:docMk/>
            <pc:sldMk cId="0" sldId="265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48.316" v="11" actId="26606"/>
          <ac:grpSpMkLst>
            <pc:docMk/>
            <pc:sldMk cId="0" sldId="265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48.316" v="11" actId="26606"/>
          <ac:graphicFrameMkLst>
            <pc:docMk/>
            <pc:sldMk cId="0" sldId="265"/>
            <ac:graphicFrameMk id="5" creationId="{110B0EBE-10C1-2276-D345-477985A792C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10T10:35:55.498" v="12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5:55.498" v="12" actId="26606"/>
          <ac:spMkLst>
            <pc:docMk/>
            <pc:sldMk cId="0" sldId="266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5:55.498" v="12" actId="26606"/>
          <ac:grpSpMkLst>
            <pc:docMk/>
            <pc:sldMk cId="0" sldId="266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5:55.498" v="12" actId="26606"/>
          <ac:grpSpMkLst>
            <pc:docMk/>
            <pc:sldMk cId="0" sldId="266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5:55.498" v="12" actId="26606"/>
          <ac:graphicFrameMkLst>
            <pc:docMk/>
            <pc:sldMk cId="0" sldId="266"/>
            <ac:graphicFrameMk id="5" creationId="{1548159B-8547-2650-A4B2-998E14B28221}"/>
          </ac:graphicFrameMkLst>
        </pc:graphicFrameChg>
      </pc:sldChg>
      <pc:sldChg chg="addSp modSp mod setBg addAnim">
        <pc:chgData name="Alberto Ruiz" userId="47fa91d207cfb014" providerId="LiveId" clId="{85FEFC20-368C-4804-AF35-776ECB9C6605}" dt="2025-09-10T10:35:58.578" v="14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5:58.578" v="13" actId="26606"/>
          <ac:spMkLst>
            <pc:docMk/>
            <pc:sldMk cId="0" sldId="267"/>
            <ac:spMk id="10" creationId="{B34F5AD2-EDBD-4BBD-A55C-EAFFD0C7097A}"/>
          </ac:spMkLst>
        </pc:spChg>
      </pc:sldChg>
      <pc:sldChg chg="addSp modSp mod setBg addAnim">
        <pc:chgData name="Alberto Ruiz" userId="47fa91d207cfb014" providerId="LiveId" clId="{85FEFC20-368C-4804-AF35-776ECB9C6605}" dt="2025-09-10T10:36:02.375" v="1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6:02.375" v="15" actId="26606"/>
          <ac:spMkLst>
            <pc:docMk/>
            <pc:sldMk cId="0" sldId="268"/>
            <ac:spMk id="10" creationId="{B34F5AD2-EDBD-4BBD-A55C-EAFFD0C7097A}"/>
          </ac:spMkLst>
        </pc:spChg>
      </pc:sldChg>
      <pc:sldChg chg="addSp delSp modSp del mod setBg">
        <pc:chgData name="Alberto Ruiz" userId="47fa91d207cfb014" providerId="LiveId" clId="{85FEFC20-368C-4804-AF35-776ECB9C6605}" dt="2025-10-09T14:29:21.911" v="174" actId="2696"/>
        <pc:sldMkLst>
          <pc:docMk/>
          <pc:sldMk cId="0" sldId="269"/>
        </pc:sldMkLst>
      </pc:sldChg>
      <pc:sldChg chg="addSp delSp modSp add mod setBg delDesignElem">
        <pc:chgData name="Alberto Ruiz" userId="47fa91d207cfb014" providerId="LiveId" clId="{85FEFC20-368C-4804-AF35-776ECB9C6605}" dt="2025-10-09T14:29:35.265" v="177" actId="26606"/>
        <pc:sldMkLst>
          <pc:docMk/>
          <pc:sldMk cId="352492745" sldId="269"/>
        </pc:sldMkLst>
        <pc:spChg chg="mo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0" creationId="{A8384FB5-9ADC-4DDC-881B-597D56F5B15D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2" creationId="{91E5A9A7-95C6-4F4F-B00E-C82E07FE62EF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4" creationId="{D07DD2DE-F619-49DD-B5E7-03A290FF4ED1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6" creationId="{85149191-5F60-4A28-AAFF-039F96B0F3EC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10-09T14:29:35.265" v="177" actId="26606"/>
          <ac:spMkLst>
            <pc:docMk/>
            <pc:sldMk cId="352492745" sldId="269"/>
            <ac:spMk id="18" creationId="{F8260ED5-17F7-4158-B241-D51DD4CF1B7E}"/>
          </ac:spMkLst>
        </pc:spChg>
        <pc:spChg chg="del">
          <ac:chgData name="Alberto Ruiz" userId="47fa91d207cfb014" providerId="LiveId" clId="{85FEFC20-368C-4804-AF35-776ECB9C6605}" dt="2025-10-09T14:29:31.662" v="176"/>
          <ac:spMkLst>
            <pc:docMk/>
            <pc:sldMk cId="352492745" sldId="269"/>
            <ac:spMk id="19" creationId="{1CC28BE1-9DC6-43FE-9582-39F091098D77}"/>
          </ac:spMkLst>
        </pc:spChg>
        <pc:grpChg chg="del">
          <ac:chgData name="Alberto Ruiz" userId="47fa91d207cfb014" providerId="LiveId" clId="{85FEFC20-368C-4804-AF35-776ECB9C6605}" dt="2025-10-09T14:29:31.662" v="176"/>
          <ac:grpSpMkLst>
            <pc:docMk/>
            <pc:sldMk cId="352492745" sldId="269"/>
            <ac:grpSpMk id="13" creationId="{7CF625D3-71A3-4F30-A096-8EF334E959D0}"/>
          </ac:grpSpMkLst>
        </pc:grpChg>
        <pc:grpChg chg="del">
          <ac:chgData name="Alberto Ruiz" userId="47fa91d207cfb014" providerId="LiveId" clId="{85FEFC20-368C-4804-AF35-776ECB9C6605}" dt="2025-10-09T14:29:31.662" v="176"/>
          <ac:grpSpMkLst>
            <pc:docMk/>
            <pc:sldMk cId="352492745" sldId="269"/>
            <ac:grpSpMk id="21" creationId="{AF9AF3F3-CE0C-4125-BDD7-346487FA0B40}"/>
          </ac:grpSpMkLst>
        </pc:grpChg>
      </pc:sldChg>
      <pc:sldChg chg="addSp delSp modSp mod ord setBg">
        <pc:chgData name="Alberto Ruiz" userId="47fa91d207cfb014" providerId="LiveId" clId="{85FEFC20-368C-4804-AF35-776ECB9C6605}" dt="2025-10-09T14:30:26.673" v="181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6:08.070" v="18" actId="26606"/>
          <ac:spMkLst>
            <pc:docMk/>
            <pc:sldMk cId="0" sldId="270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6:08.070" v="18" actId="26606"/>
          <ac:grpSpMkLst>
            <pc:docMk/>
            <pc:sldMk cId="0" sldId="270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6:08.070" v="18" actId="26606"/>
          <ac:grpSpMkLst>
            <pc:docMk/>
            <pc:sldMk cId="0" sldId="270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6:08.070" v="18" actId="26606"/>
          <ac:graphicFrameMkLst>
            <pc:docMk/>
            <pc:sldMk cId="0" sldId="270"/>
            <ac:graphicFrameMk id="5" creationId="{3F611C58-1DF1-EA5A-5306-F1E49A87A138}"/>
          </ac:graphicFrameMkLst>
        </pc:graphicFrameChg>
      </pc:sldChg>
      <pc:sldChg chg="addSp delSp modSp mod ord setBg">
        <pc:chgData name="Alberto Ruiz" userId="47fa91d207cfb014" providerId="LiveId" clId="{85FEFC20-368C-4804-AF35-776ECB9C6605}" dt="2025-10-09T14:30:26.673" v="181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6:11.987" v="19" actId="26606"/>
          <ac:spMkLst>
            <pc:docMk/>
            <pc:sldMk cId="0" sldId="271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6:11.987" v="19" actId="26606"/>
          <ac:grpSpMkLst>
            <pc:docMk/>
            <pc:sldMk cId="0" sldId="271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6:11.987" v="19" actId="26606"/>
          <ac:grpSpMkLst>
            <pc:docMk/>
            <pc:sldMk cId="0" sldId="271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6:11.987" v="19" actId="26606"/>
          <ac:graphicFrameMkLst>
            <pc:docMk/>
            <pc:sldMk cId="0" sldId="271"/>
            <ac:graphicFrameMk id="5" creationId="{53E95F70-E2B0-2DE2-BB36-75C733F62E90}"/>
          </ac:graphicFrameMkLst>
        </pc:graphicFrameChg>
      </pc:sldChg>
      <pc:sldChg chg="addSp delSp modSp mod ord setBg">
        <pc:chgData name="Alberto Ruiz" userId="47fa91d207cfb014" providerId="LiveId" clId="{85FEFC20-368C-4804-AF35-776ECB9C6605}" dt="2025-10-09T14:30:26.673" v="181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2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9" creationId="{0C541B88-1AE9-40C3-AFD5-967787C1979F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11" creationId="{E5F17139-31EE-46AC-B04F-DBBD852DD6CB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17" creationId="{89D16701-DA76-4F72-BB63-E2C3FFBDFE0F}"/>
          </ac:spMkLst>
        </pc:spChg>
        <pc:spChg chg="add">
          <ac:chgData name="Alberto Ruiz" userId="47fa91d207cfb014" providerId="LiveId" clId="{85FEFC20-368C-4804-AF35-776ECB9C6605}" dt="2025-09-10T10:36:14.802" v="20" actId="26606"/>
          <ac:spMkLst>
            <pc:docMk/>
            <pc:sldMk cId="0" sldId="272"/>
            <ac:spMk id="19" creationId="{1CC28BE1-9DC6-43FE-9582-39F091098D77}"/>
          </ac:spMkLst>
        </pc:spChg>
        <pc:grpChg chg="add">
          <ac:chgData name="Alberto Ruiz" userId="47fa91d207cfb014" providerId="LiveId" clId="{85FEFC20-368C-4804-AF35-776ECB9C6605}" dt="2025-09-10T10:36:14.802" v="20" actId="26606"/>
          <ac:grpSpMkLst>
            <pc:docMk/>
            <pc:sldMk cId="0" sldId="272"/>
            <ac:grpSpMk id="13" creationId="{7CF625D3-71A3-4F30-A096-8EF334E959D0}"/>
          </ac:grpSpMkLst>
        </pc:grpChg>
        <pc:grpChg chg="add">
          <ac:chgData name="Alberto Ruiz" userId="47fa91d207cfb014" providerId="LiveId" clId="{85FEFC20-368C-4804-AF35-776ECB9C6605}" dt="2025-09-10T10:36:14.802" v="20" actId="26606"/>
          <ac:grpSpMkLst>
            <pc:docMk/>
            <pc:sldMk cId="0" sldId="272"/>
            <ac:grpSpMk id="21" creationId="{AF9AF3F3-CE0C-4125-BDD7-346487FA0B40}"/>
          </ac:grpSpMkLst>
        </pc:grpChg>
        <pc:graphicFrameChg chg="add">
          <ac:chgData name="Alberto Ruiz" userId="47fa91d207cfb014" providerId="LiveId" clId="{85FEFC20-368C-4804-AF35-776ECB9C6605}" dt="2025-09-10T10:36:14.802" v="20" actId="26606"/>
          <ac:graphicFrameMkLst>
            <pc:docMk/>
            <pc:sldMk cId="0" sldId="272"/>
            <ac:graphicFrameMk id="5" creationId="{76CF73F1-DEC2-59CC-9318-D06A43371DAA}"/>
          </ac:graphicFrameMkLst>
        </pc:graphicFrameChg>
      </pc:sldChg>
      <pc:sldChg chg="addSp modSp mod setBg">
        <pc:chgData name="Alberto Ruiz" userId="47fa91d207cfb014" providerId="LiveId" clId="{85FEFC20-368C-4804-AF35-776ECB9C6605}" dt="2025-09-10T10:36:18.291" v="21" actId="26606"/>
        <pc:sldMkLst>
          <pc:docMk/>
          <pc:sldMk cId="0" sldId="273"/>
        </pc:sldMkLst>
        <pc:spChg chg="mo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8" creationId="{C3896A03-3945-419A-B66B-4EE266EDD152}"/>
          </ac:spMkLst>
        </pc:spChg>
        <pc:spChg chg="add">
          <ac:chgData name="Alberto Ruiz" userId="47fa91d207cfb014" providerId="LiveId" clId="{85FEFC20-368C-4804-AF35-776ECB9C6605}" dt="2025-09-10T10:36:18.291" v="21" actId="26606"/>
          <ac:spMkLst>
            <pc:docMk/>
            <pc:sldMk cId="0" sldId="273"/>
            <ac:spMk id="10" creationId="{B34F5AD2-EDBD-4BBD-A55C-EAFFD0C7097A}"/>
          </ac:spMkLst>
        </pc:spChg>
      </pc:sldChg>
      <pc:sldChg chg="addSp modSp mod setBg">
        <pc:chgData name="Alberto Ruiz" userId="47fa91d207cfb014" providerId="LiveId" clId="{85FEFC20-368C-4804-AF35-776ECB9C6605}" dt="2025-10-10T10:50:25.715" v="844" actId="14100"/>
        <pc:sldMkLst>
          <pc:docMk/>
          <pc:sldMk cId="0" sldId="274"/>
        </pc:sldMkLst>
        <pc:spChg chg="mo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10T10:50:25.715" v="844" actId="14100"/>
          <ac:spMkLst>
            <pc:docMk/>
            <pc:sldMk cId="0" sldId="27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43.546" v="182" actId="26606"/>
          <ac:spMkLst>
            <pc:docMk/>
            <pc:sldMk cId="0" sldId="274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30:47.092" v="183" actId="26606"/>
        <pc:sldMkLst>
          <pc:docMk/>
          <pc:sldMk cId="0" sldId="275"/>
        </pc:sldMkLst>
        <pc:spChg chg="mo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47.092" v="183" actId="26606"/>
          <ac:spMkLst>
            <pc:docMk/>
            <pc:sldMk cId="0" sldId="275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30:50.633" v="184" actId="26606"/>
        <pc:sldMkLst>
          <pc:docMk/>
          <pc:sldMk cId="0" sldId="276"/>
        </pc:sldMkLst>
        <pc:spChg chg="mo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50.633" v="184" actId="26606"/>
          <ac:spMkLst>
            <pc:docMk/>
            <pc:sldMk cId="0" sldId="276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30:53.813" v="185" actId="26606"/>
        <pc:sldMkLst>
          <pc:docMk/>
          <pc:sldMk cId="0" sldId="277"/>
        </pc:sldMkLst>
        <pc:spChg chg="mo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30:53.813" v="185" actId="26606"/>
          <ac:spMkLst>
            <pc:docMk/>
            <pc:sldMk cId="0" sldId="277"/>
            <ac:spMk id="20" creationId="{8D71EDA1-87BF-4D5D-AB79-F346FD19278A}"/>
          </ac:spMkLst>
        </pc:spChg>
      </pc:sldChg>
      <pc:sldChg chg="addSp modSp mod ord setBg">
        <pc:chgData name="Alberto Ruiz" userId="47fa91d207cfb014" providerId="LiveId" clId="{85FEFC20-368C-4804-AF35-776ECB9C6605}" dt="2025-10-09T14:26:05.515" v="142"/>
        <pc:sldMkLst>
          <pc:docMk/>
          <pc:sldMk cId="966102277" sldId="278"/>
        </pc:sldMkLst>
        <pc:spChg chg="mod">
          <ac:chgData name="Alberto Ruiz" userId="47fa91d207cfb014" providerId="LiveId" clId="{85FEFC20-368C-4804-AF35-776ECB9C6605}" dt="2025-10-05T12:27:29.479" v="76" actId="1076"/>
          <ac:spMkLst>
            <pc:docMk/>
            <pc:sldMk cId="966102277" sldId="278"/>
            <ac:spMk id="2" creationId="{397A0146-6971-4A5B-27AB-D727AEA5BA7E}"/>
          </ac:spMkLst>
        </pc:spChg>
        <pc:spChg chg="mod">
          <ac:chgData name="Alberto Ruiz" userId="47fa91d207cfb014" providerId="LiveId" clId="{85FEFC20-368C-4804-AF35-776ECB9C6605}" dt="2025-10-05T12:27:34.259" v="83" actId="403"/>
          <ac:spMkLst>
            <pc:docMk/>
            <pc:sldMk cId="966102277" sldId="278"/>
            <ac:spMk id="3" creationId="{52A844B0-C86C-142C-4180-5D4B0DE3A9B6}"/>
          </ac:spMkLst>
        </pc:spChg>
        <pc:spChg chg="add">
          <ac:chgData name="Alberto Ruiz" userId="47fa91d207cfb014" providerId="LiveId" clId="{85FEFC20-368C-4804-AF35-776ECB9C6605}" dt="2025-10-05T12:27:22.879" v="72" actId="26606"/>
          <ac:spMkLst>
            <pc:docMk/>
            <pc:sldMk cId="966102277" sldId="278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5-10-05T12:27:22.879" v="72" actId="26606"/>
          <ac:spMkLst>
            <pc:docMk/>
            <pc:sldMk cId="966102277" sldId="278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5-10-05T12:27:22.879" v="72" actId="26606"/>
          <ac:picMkLst>
            <pc:docMk/>
            <pc:sldMk cId="966102277" sldId="278"/>
            <ac:picMk id="5" creationId="{47BACC00-2B5B-06A3-B786-6A7567FCDFB8}"/>
          </ac:picMkLst>
        </pc:picChg>
      </pc:sldChg>
      <pc:sldChg chg="addSp modSp mod setBg">
        <pc:chgData name="Alberto Ruiz" userId="47fa91d207cfb014" providerId="LiveId" clId="{85FEFC20-368C-4804-AF35-776ECB9C6605}" dt="2025-10-05T12:26:38.629" v="51" actId="403"/>
        <pc:sldMkLst>
          <pc:docMk/>
          <pc:sldMk cId="559143746" sldId="279"/>
        </pc:sldMkLst>
        <pc:spChg chg="mod">
          <ac:chgData name="Alberto Ruiz" userId="47fa91d207cfb014" providerId="LiveId" clId="{85FEFC20-368C-4804-AF35-776ECB9C6605}" dt="2025-10-05T12:26:29.509" v="44" actId="1076"/>
          <ac:spMkLst>
            <pc:docMk/>
            <pc:sldMk cId="559143746" sldId="279"/>
            <ac:spMk id="2" creationId="{C772E06B-AA93-9ECF-32DB-A29A54AE0C1B}"/>
          </ac:spMkLst>
        </pc:spChg>
        <pc:spChg chg="mod">
          <ac:chgData name="Alberto Ruiz" userId="47fa91d207cfb014" providerId="LiveId" clId="{85FEFC20-368C-4804-AF35-776ECB9C6605}" dt="2025-10-05T12:26:38.629" v="51" actId="403"/>
          <ac:spMkLst>
            <pc:docMk/>
            <pc:sldMk cId="559143746" sldId="279"/>
            <ac:spMk id="3" creationId="{46309E39-C278-07E7-3A89-A46ED0331067}"/>
          </ac:spMkLst>
        </pc:spChg>
        <pc:spChg chg="add">
          <ac:chgData name="Alberto Ruiz" userId="47fa91d207cfb014" providerId="LiveId" clId="{85FEFC20-368C-4804-AF35-776ECB9C6605}" dt="2025-10-05T12:26:14.158" v="32" actId="26606"/>
          <ac:spMkLst>
            <pc:docMk/>
            <pc:sldMk cId="559143746" sldId="279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5-10-05T12:26:14.158" v="32" actId="26606"/>
          <ac:spMkLst>
            <pc:docMk/>
            <pc:sldMk cId="559143746" sldId="279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5-10-05T12:26:14.158" v="32" actId="26606"/>
          <ac:picMkLst>
            <pc:docMk/>
            <pc:sldMk cId="559143746" sldId="279"/>
            <ac:picMk id="5" creationId="{F7349ED0-AA33-9317-B8A8-65532FE19736}"/>
          </ac:picMkLst>
        </pc:picChg>
      </pc:sldChg>
      <pc:sldChg chg="addSp modSp mod setBg">
        <pc:chgData name="Alberto Ruiz" userId="47fa91d207cfb014" providerId="LiveId" clId="{85FEFC20-368C-4804-AF35-776ECB9C6605}" dt="2025-10-09T14:28:43.897" v="173" actId="27636"/>
        <pc:sldMkLst>
          <pc:docMk/>
          <pc:sldMk cId="3573955899" sldId="280"/>
        </pc:sldMkLst>
        <pc:spChg chg="mo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2" creationId="{085CC334-232D-1D95-EC5E-3BA1421B0790}"/>
          </ac:spMkLst>
        </pc:spChg>
        <pc:spChg chg="mod">
          <ac:chgData name="Alberto Ruiz" userId="47fa91d207cfb014" providerId="LiveId" clId="{85FEFC20-368C-4804-AF35-776ECB9C6605}" dt="2025-10-09T14:28:43.897" v="173" actId="27636"/>
          <ac:spMkLst>
            <pc:docMk/>
            <pc:sldMk cId="3573955899" sldId="280"/>
            <ac:spMk id="3" creationId="{7273007C-ED87-93EE-B106-FCFC977FF4AB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28:39.057" v="169" actId="26606"/>
          <ac:spMkLst>
            <pc:docMk/>
            <pc:sldMk cId="3573955899" sldId="280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27:33.572" v="158" actId="14100"/>
        <pc:sldMkLst>
          <pc:docMk/>
          <pc:sldMk cId="2256132919" sldId="281"/>
        </pc:sldMkLst>
        <pc:spChg chg="mo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2" creationId="{8ABA560F-B38A-7476-9F87-3D8DCCA7A963}"/>
          </ac:spMkLst>
        </pc:spChg>
        <pc:spChg chg="mod">
          <ac:chgData name="Alberto Ruiz" userId="47fa91d207cfb014" providerId="LiveId" clId="{85FEFC20-368C-4804-AF35-776ECB9C6605}" dt="2025-10-09T14:27:33.572" v="158" actId="14100"/>
          <ac:spMkLst>
            <pc:docMk/>
            <pc:sldMk cId="2256132919" sldId="281"/>
            <ac:spMk id="3" creationId="{5B427481-8802-3E70-A0E2-D24D1C03D1ED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27:25.203" v="153" actId="26606"/>
          <ac:spMkLst>
            <pc:docMk/>
            <pc:sldMk cId="2256132919" sldId="281"/>
            <ac:spMk id="20" creationId="{8D71EDA1-87BF-4D5D-AB79-F346FD19278A}"/>
          </ac:spMkLst>
        </pc:spChg>
      </pc:sldChg>
      <pc:sldChg chg="addSp modSp mod setBg">
        <pc:chgData name="Alberto Ruiz" userId="47fa91d207cfb014" providerId="LiveId" clId="{85FEFC20-368C-4804-AF35-776ECB9C6605}" dt="2025-10-09T14:27:45.396" v="163" actId="403"/>
        <pc:sldMkLst>
          <pc:docMk/>
          <pc:sldMk cId="1323068686" sldId="282"/>
        </pc:sldMkLst>
        <pc:spChg chg="mo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2" creationId="{33848B90-D4EA-2851-2DCE-0AB212C934C9}"/>
          </ac:spMkLst>
        </pc:spChg>
        <pc:spChg chg="mod">
          <ac:chgData name="Alberto Ruiz" userId="47fa91d207cfb014" providerId="LiveId" clId="{85FEFC20-368C-4804-AF35-776ECB9C6605}" dt="2025-10-09T14:27:45.396" v="163" actId="403"/>
          <ac:spMkLst>
            <pc:docMk/>
            <pc:sldMk cId="1323068686" sldId="282"/>
            <ac:spMk id="3" creationId="{C4826EB6-842F-5560-4AE2-C9B2E3319A16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8" creationId="{09588DA8-065E-4F6F-8EFD-43104AB2E0CF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0" creationId="{C4285719-470E-454C-AF62-8323075F1F5B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2" creationId="{CD9FE4EF-C4D8-49A0-B2FF-81D8DB7D8A24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4" creationId="{4300840D-0A0B-4512-BACA-B439D5B9C57C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6" creationId="{D2B78728-A580-49A7-84F9-6EF6F583ADE0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18" creationId="{38FAA1A1-D861-433F-88FA-1E9D6FD31D11}"/>
          </ac:spMkLst>
        </pc:spChg>
        <pc:spChg chg="add">
          <ac:chgData name="Alberto Ruiz" userId="47fa91d207cfb014" providerId="LiveId" clId="{85FEFC20-368C-4804-AF35-776ECB9C6605}" dt="2025-10-09T14:27:41.975" v="159" actId="26606"/>
          <ac:spMkLst>
            <pc:docMk/>
            <pc:sldMk cId="1323068686" sldId="282"/>
            <ac:spMk id="20" creationId="{8D71EDA1-87BF-4D5D-AB79-F346FD19278A}"/>
          </ac:spMkLst>
        </pc:spChg>
      </pc:sldChg>
      <pc:sldChg chg="addSp modSp add mod setBg">
        <pc:chgData name="Alberto Ruiz" userId="47fa91d207cfb014" providerId="LiveId" clId="{85FEFC20-368C-4804-AF35-776ECB9C6605}" dt="2025-10-05T12:27:05.409" v="68" actId="27636"/>
        <pc:sldMkLst>
          <pc:docMk/>
          <pc:sldMk cId="3958544970" sldId="283"/>
        </pc:sldMkLst>
        <pc:spChg chg="mod">
          <ac:chgData name="Alberto Ruiz" userId="47fa91d207cfb014" providerId="LiveId" clId="{85FEFC20-368C-4804-AF35-776ECB9C6605}" dt="2025-10-05T12:26:57.549" v="57" actId="1076"/>
          <ac:spMkLst>
            <pc:docMk/>
            <pc:sldMk cId="3958544970" sldId="283"/>
            <ac:spMk id="2" creationId="{70F10651-71DE-91C8-E06A-1AE0ACBC909F}"/>
          </ac:spMkLst>
        </pc:spChg>
        <pc:spChg chg="mod">
          <ac:chgData name="Alberto Ruiz" userId="47fa91d207cfb014" providerId="LiveId" clId="{85FEFC20-368C-4804-AF35-776ECB9C6605}" dt="2025-10-05T12:27:05.409" v="68" actId="27636"/>
          <ac:spMkLst>
            <pc:docMk/>
            <pc:sldMk cId="3958544970" sldId="283"/>
            <ac:spMk id="3" creationId="{443F9257-DD50-B699-C624-6746743263C5}"/>
          </ac:spMkLst>
        </pc:spChg>
        <pc:spChg chg="add">
          <ac:chgData name="Alberto Ruiz" userId="47fa91d207cfb014" providerId="LiveId" clId="{85FEFC20-368C-4804-AF35-776ECB9C6605}" dt="2025-10-05T12:26:52.593" v="54" actId="26606"/>
          <ac:spMkLst>
            <pc:docMk/>
            <pc:sldMk cId="3958544970" sldId="283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5-10-05T12:26:52.593" v="54" actId="26606"/>
          <ac:spMkLst>
            <pc:docMk/>
            <pc:sldMk cId="3958544970" sldId="283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5-10-05T12:26:52.593" v="54" actId="26606"/>
          <ac:picMkLst>
            <pc:docMk/>
            <pc:sldMk cId="3958544970" sldId="283"/>
            <ac:picMk id="5" creationId="{9ECF723E-347A-B6FC-020E-35F73E833DB8}"/>
          </ac:picMkLst>
        </pc:picChg>
      </pc:sldChg>
      <pc:sldChg chg="addSp delSp add del setBg delDesignElem">
        <pc:chgData name="Alberto Ruiz" userId="47fa91d207cfb014" providerId="LiveId" clId="{85FEFC20-368C-4804-AF35-776ECB9C6605}" dt="2025-10-09T14:25:50.695" v="138"/>
        <pc:sldMkLst>
          <pc:docMk/>
          <pc:sldMk cId="862205438" sldId="284"/>
        </pc:sldMkLst>
        <pc:spChg chg="add del">
          <ac:chgData name="Alberto Ruiz" userId="47fa91d207cfb014" providerId="LiveId" clId="{85FEFC20-368C-4804-AF35-776ECB9C6605}" dt="2025-10-09T14:25:50.695" v="138"/>
          <ac:spMkLst>
            <pc:docMk/>
            <pc:sldMk cId="862205438" sldId="284"/>
            <ac:spMk id="8" creationId="{A2679492-7988-4050-9056-542444452411}"/>
          </ac:spMkLst>
        </pc:spChg>
        <pc:spChg chg="add del">
          <ac:chgData name="Alberto Ruiz" userId="47fa91d207cfb014" providerId="LiveId" clId="{85FEFC20-368C-4804-AF35-776ECB9C6605}" dt="2025-10-09T14:25:50.695" v="138"/>
          <ac:spMkLst>
            <pc:docMk/>
            <pc:sldMk cId="862205438" sldId="284"/>
            <ac:spMk id="10" creationId="{B091B163-7D61-4891-ABCF-5C13D9C418D0}"/>
          </ac:spMkLst>
        </pc:spChg>
        <pc:grpChg chg="add del">
          <ac:chgData name="Alberto Ruiz" userId="47fa91d207cfb014" providerId="LiveId" clId="{85FEFC20-368C-4804-AF35-776ECB9C6605}" dt="2025-10-09T14:25:50.695" v="138"/>
          <ac:grpSpMkLst>
            <pc:docMk/>
            <pc:sldMk cId="862205438" sldId="284"/>
            <ac:grpSpMk id="12" creationId="{0474DF76-993E-44DE-AFB0-C416182ACECF}"/>
          </ac:grpSpMkLst>
        </pc:grpChg>
        <pc:cxnChg chg="add del">
          <ac:chgData name="Alberto Ruiz" userId="47fa91d207cfb014" providerId="LiveId" clId="{85FEFC20-368C-4804-AF35-776ECB9C6605}" dt="2025-10-09T14:25:50.695" v="138"/>
          <ac:cxnSpMkLst>
            <pc:docMk/>
            <pc:sldMk cId="862205438" sldId="284"/>
            <ac:cxnSpMk id="17" creationId="{C49DA8F6-BCC1-4447-B54C-57856834B94B}"/>
          </ac:cxnSpMkLst>
        </pc:cxnChg>
      </pc:sldChg>
      <pc:sldChg chg="addSp modSp add del mod ord setBg">
        <pc:chgData name="Alberto Ruiz" userId="47fa91d207cfb014" providerId="LiveId" clId="{85FEFC20-368C-4804-AF35-776ECB9C6605}" dt="2025-10-09T14:26:10.396" v="146"/>
        <pc:sldMkLst>
          <pc:docMk/>
          <pc:sldMk cId="1791741195" sldId="284"/>
        </pc:sldMkLst>
        <pc:spChg chg="mo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2" creationId="{649B1F33-571C-2F50-D1DD-7B2FE46A5F10}"/>
          </ac:spMkLst>
        </pc:spChg>
        <pc:spChg chg="mo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3" creationId="{20868930-D673-6EF9-19C2-207008E6D1BF}"/>
          </ac:spMkLst>
        </pc:spChg>
        <pc:spChg chg="ad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8" creationId="{A2679492-7988-4050-9056-542444452411}"/>
          </ac:spMkLst>
        </pc:spChg>
        <pc:spChg chg="add">
          <ac:chgData name="Alberto Ruiz" userId="47fa91d207cfb014" providerId="LiveId" clId="{85FEFC20-368C-4804-AF35-776ECB9C6605}" dt="2025-10-05T12:27:48.979" v="90" actId="26606"/>
          <ac:spMkLst>
            <pc:docMk/>
            <pc:sldMk cId="1791741195" sldId="284"/>
            <ac:spMk id="10" creationId="{B091B163-7D61-4891-ABCF-5C13D9C418D0}"/>
          </ac:spMkLst>
        </pc:spChg>
        <pc:grpChg chg="add">
          <ac:chgData name="Alberto Ruiz" userId="47fa91d207cfb014" providerId="LiveId" clId="{85FEFC20-368C-4804-AF35-776ECB9C6605}" dt="2025-10-05T12:27:48.979" v="90" actId="26606"/>
          <ac:grpSpMkLst>
            <pc:docMk/>
            <pc:sldMk cId="1791741195" sldId="284"/>
            <ac:grpSpMk id="12" creationId="{0474DF76-993E-44DE-AFB0-C416182ACECF}"/>
          </ac:grpSpMkLst>
        </pc:grpChg>
        <pc:cxnChg chg="add">
          <ac:chgData name="Alberto Ruiz" userId="47fa91d207cfb014" providerId="LiveId" clId="{85FEFC20-368C-4804-AF35-776ECB9C6605}" dt="2025-10-05T12:27:48.979" v="90" actId="26606"/>
          <ac:cxnSpMkLst>
            <pc:docMk/>
            <pc:sldMk cId="1791741195" sldId="284"/>
            <ac:cxnSpMk id="17" creationId="{C49DA8F6-BCC1-4447-B54C-57856834B94B}"/>
          </ac:cxnSpMkLst>
        </pc:cxnChg>
      </pc:sldChg>
      <pc:sldChg chg="addSp delSp modSp new mod setBg addAnim">
        <pc:chgData name="Alberto Ruiz" userId="47fa91d207cfb014" providerId="LiveId" clId="{85FEFC20-368C-4804-AF35-776ECB9C6605}" dt="2025-10-09T14:22:36.489" v="117"/>
        <pc:sldMkLst>
          <pc:docMk/>
          <pc:sldMk cId="2204378635" sldId="285"/>
        </pc:sldMkLst>
        <pc:spChg chg="mo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2" creationId="{5D3E6736-2D11-0B8B-9028-99FF3F28DBA9}"/>
          </ac:spMkLst>
        </pc:spChg>
        <pc:spChg chg="del">
          <ac:chgData name="Alberto Ruiz" userId="47fa91d207cfb014" providerId="LiveId" clId="{85FEFC20-368C-4804-AF35-776ECB9C6605}" dt="2025-10-09T14:22:23.795" v="113" actId="478"/>
          <ac:spMkLst>
            <pc:docMk/>
            <pc:sldMk cId="2204378635" sldId="285"/>
            <ac:spMk id="3" creationId="{68BD4A83-B209-28F6-773C-1E51652A7B52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7" creationId="{0E30439A-8A5B-46EC-8283-9B6B031D40D0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9" creationId="{5CEAD642-85CF-4750-8432-7C80C901F001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1" creationId="{FA33EEAE-15D5-4119-8C1E-89D943F911EF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3" creationId="{730D8B3B-9B80-4025-B934-26DC7D7CD231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5" creationId="{B5A1B09C-1565-46F8-B70F-621C5EB48A09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7" creationId="{8C516CC8-80AC-446C-A56E-9F54B7210402}"/>
          </ac:spMkLst>
        </pc:spChg>
        <pc:spChg chg="add">
          <ac:chgData name="Alberto Ruiz" userId="47fa91d207cfb014" providerId="LiveId" clId="{85FEFC20-368C-4804-AF35-776ECB9C6605}" dt="2025-10-09T14:22:36.488" v="116" actId="26606"/>
          <ac:spMkLst>
            <pc:docMk/>
            <pc:sldMk cId="2204378635" sldId="285"/>
            <ac:spMk id="19" creationId="{53947E58-F088-49F1-A3D1-DEA690192E84}"/>
          </ac:spMkLst>
        </pc:spChg>
      </pc:sldChg>
      <pc:sldChg chg="addSp delSp modSp new mod ord setBg addAnim">
        <pc:chgData name="Alberto Ruiz" userId="47fa91d207cfb014" providerId="LiveId" clId="{85FEFC20-368C-4804-AF35-776ECB9C6605}" dt="2025-10-09T14:24:56.797" v="134"/>
        <pc:sldMkLst>
          <pc:docMk/>
          <pc:sldMk cId="2541026037" sldId="286"/>
        </pc:sldMkLst>
        <pc:spChg chg="mo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2" creationId="{005C8DDB-0E42-05D0-E8E3-2F42D3A62D5E}"/>
          </ac:spMkLst>
        </pc:spChg>
        <pc:spChg chg="del">
          <ac:chgData name="Alberto Ruiz" userId="47fa91d207cfb014" providerId="LiveId" clId="{85FEFC20-368C-4804-AF35-776ECB9C6605}" dt="2025-10-09T14:23:13.103" v="119" actId="478"/>
          <ac:spMkLst>
            <pc:docMk/>
            <pc:sldMk cId="2541026037" sldId="286"/>
            <ac:spMk id="3" creationId="{6C696037-8698-F6DA-4618-FF91FA358962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7" creationId="{8C790BE2-4E4F-4AAF-81A2-4A6F4885EBE6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9" creationId="{D28B54C3-B57B-472A-B96E-1FCB67093DC2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1" creationId="{7DB3C429-F8DA-49B9-AF84-21996FCF78B5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3" creationId="{E12088DD-B1AD-40E0-8B86-1D87A2CCD9BE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5" creationId="{C4C9F2B0-1044-46EB-8AEB-C3BFFDE6C2CC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7" creationId="{0C395952-4E26-45A2-8756-2ADFD6E53C6E}"/>
          </ac:spMkLst>
        </pc:spChg>
        <pc:spChg chg="add">
          <ac:chgData name="Alberto Ruiz" userId="47fa91d207cfb014" providerId="LiveId" clId="{85FEFC20-368C-4804-AF35-776ECB9C6605}" dt="2025-10-09T14:23:20.782" v="122" actId="26606"/>
          <ac:spMkLst>
            <pc:docMk/>
            <pc:sldMk cId="2541026037" sldId="286"/>
            <ac:spMk id="19" creationId="{4734BADF-9461-4621-B112-2D7BABEA7DD0}"/>
          </ac:spMkLst>
        </pc:spChg>
      </pc:sldChg>
      <pc:sldChg chg="addSp delSp modSp new mod setBg addAnim">
        <pc:chgData name="Alberto Ruiz" userId="47fa91d207cfb014" providerId="LiveId" clId="{85FEFC20-368C-4804-AF35-776ECB9C6605}" dt="2025-10-09T14:26:32.268" v="152"/>
        <pc:sldMkLst>
          <pc:docMk/>
          <pc:sldMk cId="2097855065" sldId="287"/>
        </pc:sldMkLst>
        <pc:spChg chg="mo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2" creationId="{D96A6BD3-F1FC-A90C-813E-C4B9D817067B}"/>
          </ac:spMkLst>
        </pc:spChg>
        <pc:spChg chg="del">
          <ac:chgData name="Alberto Ruiz" userId="47fa91d207cfb014" providerId="LiveId" clId="{85FEFC20-368C-4804-AF35-776ECB9C6605}" dt="2025-10-09T14:26:26.174" v="148" actId="478"/>
          <ac:spMkLst>
            <pc:docMk/>
            <pc:sldMk cId="2097855065" sldId="287"/>
            <ac:spMk id="3" creationId="{B4AD2809-8964-6520-5E2A-37CDCF782EFF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7" creationId="{0E30439A-8A5B-46EC-8283-9B6B031D40D0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9" creationId="{5CEAD642-85CF-4750-8432-7C80C901F001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1" creationId="{FA33EEAE-15D5-4119-8C1E-89D943F911EF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3" creationId="{730D8B3B-9B80-4025-B934-26DC7D7CD231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5" creationId="{B5A1B09C-1565-46F8-B70F-621C5EB48A09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7" creationId="{8C516CC8-80AC-446C-A56E-9F54B7210402}"/>
          </ac:spMkLst>
        </pc:spChg>
        <pc:spChg chg="add">
          <ac:chgData name="Alberto Ruiz" userId="47fa91d207cfb014" providerId="LiveId" clId="{85FEFC20-368C-4804-AF35-776ECB9C6605}" dt="2025-10-09T14:26:32.267" v="151" actId="26606"/>
          <ac:spMkLst>
            <pc:docMk/>
            <pc:sldMk cId="2097855065" sldId="287"/>
            <ac:spMk id="19" creationId="{53947E58-F088-49F1-A3D1-DEA690192E84}"/>
          </ac:spMkLst>
        </pc:spChg>
      </pc:sldChg>
      <pc:sldChg chg="addSp delSp modSp new mod setBg">
        <pc:chgData name="Alberto Ruiz" userId="47fa91d207cfb014" providerId="LiveId" clId="{85FEFC20-368C-4804-AF35-776ECB9C6605}" dt="2025-10-09T14:28:28.730" v="168" actId="26606"/>
        <pc:sldMkLst>
          <pc:docMk/>
          <pc:sldMk cId="1975445260" sldId="288"/>
        </pc:sldMkLst>
        <pc:spChg chg="mo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2" creationId="{86B0A85B-2442-9A42-0CE4-6D36CAB7B4DD}"/>
          </ac:spMkLst>
        </pc:spChg>
        <pc:spChg chg="del">
          <ac:chgData name="Alberto Ruiz" userId="47fa91d207cfb014" providerId="LiveId" clId="{85FEFC20-368C-4804-AF35-776ECB9C6605}" dt="2025-10-09T14:28:23.592" v="167" actId="478"/>
          <ac:spMkLst>
            <pc:docMk/>
            <pc:sldMk cId="1975445260" sldId="288"/>
            <ac:spMk id="3" creationId="{ADB342BB-AF29-F0BC-19B7-3EDFFE4A98AD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7" creationId="{0E30439A-8A5B-46EC-8283-9B6B031D40D0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9" creationId="{5CEAD642-85CF-4750-8432-7C80C901F001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1" creationId="{FA33EEAE-15D5-4119-8C1E-89D943F911EF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3" creationId="{730D8B3B-9B80-4025-B934-26DC7D7CD231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5" creationId="{B5A1B09C-1565-46F8-B70F-621C5EB48A09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7" creationId="{8C516CC8-80AC-446C-A56E-9F54B7210402}"/>
          </ac:spMkLst>
        </pc:spChg>
        <pc:spChg chg="add">
          <ac:chgData name="Alberto Ruiz" userId="47fa91d207cfb014" providerId="LiveId" clId="{85FEFC20-368C-4804-AF35-776ECB9C6605}" dt="2025-10-09T14:28:28.730" v="168" actId="26606"/>
          <ac:spMkLst>
            <pc:docMk/>
            <pc:sldMk cId="1975445260" sldId="288"/>
            <ac:spMk id="19" creationId="{53947E58-F088-49F1-A3D1-DEA690192E84}"/>
          </ac:spMkLst>
        </pc:spChg>
      </pc:sldChg>
      <pc:sldChg chg="modSp new mod">
        <pc:chgData name="Alberto Ruiz" userId="47fa91d207cfb014" providerId="LiveId" clId="{85FEFC20-368C-4804-AF35-776ECB9C6605}" dt="2025-10-10T06:37:37.027" v="262" actId="27636"/>
        <pc:sldMkLst>
          <pc:docMk/>
          <pc:sldMk cId="1563885180" sldId="289"/>
        </pc:sldMkLst>
        <pc:spChg chg="mod">
          <ac:chgData name="Alberto Ruiz" userId="47fa91d207cfb014" providerId="LiveId" clId="{85FEFC20-368C-4804-AF35-776ECB9C6605}" dt="2025-10-10T06:36:56.761" v="212" actId="313"/>
          <ac:spMkLst>
            <pc:docMk/>
            <pc:sldMk cId="1563885180" sldId="289"/>
            <ac:spMk id="2" creationId="{F59664A9-7586-46B7-D721-A91EADF7D3C1}"/>
          </ac:spMkLst>
        </pc:spChg>
        <pc:spChg chg="mod">
          <ac:chgData name="Alberto Ruiz" userId="47fa91d207cfb014" providerId="LiveId" clId="{85FEFC20-368C-4804-AF35-776ECB9C6605}" dt="2025-10-10T06:37:37.027" v="262" actId="27636"/>
          <ac:spMkLst>
            <pc:docMk/>
            <pc:sldMk cId="1563885180" sldId="289"/>
            <ac:spMk id="3" creationId="{2F434C65-CA8C-A1F2-EE46-0B3C597A9E28}"/>
          </ac:spMkLst>
        </pc:spChg>
      </pc:sldChg>
      <pc:sldChg chg="modSp new mod">
        <pc:chgData name="Alberto Ruiz" userId="47fa91d207cfb014" providerId="LiveId" clId="{85FEFC20-368C-4804-AF35-776ECB9C6605}" dt="2025-10-10T06:38:35.731" v="295" actId="27636"/>
        <pc:sldMkLst>
          <pc:docMk/>
          <pc:sldMk cId="1029022498" sldId="290"/>
        </pc:sldMkLst>
        <pc:spChg chg="mod">
          <ac:chgData name="Alberto Ruiz" userId="47fa91d207cfb014" providerId="LiveId" clId="{85FEFC20-368C-4804-AF35-776ECB9C6605}" dt="2025-10-10T06:37:52.229" v="275" actId="1076"/>
          <ac:spMkLst>
            <pc:docMk/>
            <pc:sldMk cId="1029022498" sldId="290"/>
            <ac:spMk id="2" creationId="{BF4354EE-372B-D0EB-A0C5-44E467134A30}"/>
          </ac:spMkLst>
        </pc:spChg>
        <pc:spChg chg="mod">
          <ac:chgData name="Alberto Ruiz" userId="47fa91d207cfb014" providerId="LiveId" clId="{85FEFC20-368C-4804-AF35-776ECB9C6605}" dt="2025-10-10T06:38:35.731" v="295" actId="27636"/>
          <ac:spMkLst>
            <pc:docMk/>
            <pc:sldMk cId="1029022498" sldId="290"/>
            <ac:spMk id="3" creationId="{21CDCE30-C787-4B8A-2D6A-CB6A92DE7165}"/>
          </ac:spMkLst>
        </pc:spChg>
      </pc:sldChg>
      <pc:sldChg chg="modSp new mod">
        <pc:chgData name="Alberto Ruiz" userId="47fa91d207cfb014" providerId="LiveId" clId="{85FEFC20-368C-4804-AF35-776ECB9C6605}" dt="2025-10-10T08:52:36.223" v="473" actId="5793"/>
        <pc:sldMkLst>
          <pc:docMk/>
          <pc:sldMk cId="4276140690" sldId="291"/>
        </pc:sldMkLst>
        <pc:spChg chg="mod">
          <ac:chgData name="Alberto Ruiz" userId="47fa91d207cfb014" providerId="LiveId" clId="{85FEFC20-368C-4804-AF35-776ECB9C6605}" dt="2025-10-10T08:51:34.565" v="305" actId="20577"/>
          <ac:spMkLst>
            <pc:docMk/>
            <pc:sldMk cId="4276140690" sldId="291"/>
            <ac:spMk id="2" creationId="{DFFD6E71-6975-10A4-C8F5-0C9516DA2D2D}"/>
          </ac:spMkLst>
        </pc:spChg>
        <pc:spChg chg="mod">
          <ac:chgData name="Alberto Ruiz" userId="47fa91d207cfb014" providerId="LiveId" clId="{85FEFC20-368C-4804-AF35-776ECB9C6605}" dt="2025-10-10T08:52:36.223" v="473" actId="5793"/>
          <ac:spMkLst>
            <pc:docMk/>
            <pc:sldMk cId="4276140690" sldId="291"/>
            <ac:spMk id="3" creationId="{253F7759-31A6-49B0-947E-0EEB17FBFDFA}"/>
          </ac:spMkLst>
        </pc:spChg>
      </pc:sldChg>
      <pc:sldChg chg="modSp new mod">
        <pc:chgData name="Alberto Ruiz" userId="47fa91d207cfb014" providerId="LiveId" clId="{85FEFC20-368C-4804-AF35-776ECB9C6605}" dt="2025-10-10T09:16:41.744" v="838" actId="20577"/>
        <pc:sldMkLst>
          <pc:docMk/>
          <pc:sldMk cId="2112133950" sldId="292"/>
        </pc:sldMkLst>
        <pc:spChg chg="mod">
          <ac:chgData name="Alberto Ruiz" userId="47fa91d207cfb014" providerId="LiveId" clId="{85FEFC20-368C-4804-AF35-776ECB9C6605}" dt="2025-10-10T09:14:58.414" v="483" actId="20577"/>
          <ac:spMkLst>
            <pc:docMk/>
            <pc:sldMk cId="2112133950" sldId="292"/>
            <ac:spMk id="2" creationId="{573588CB-D7CF-DCF3-2E66-0690E0361DD1}"/>
          </ac:spMkLst>
        </pc:spChg>
        <pc:spChg chg="mod">
          <ac:chgData name="Alberto Ruiz" userId="47fa91d207cfb014" providerId="LiveId" clId="{85FEFC20-368C-4804-AF35-776ECB9C6605}" dt="2025-10-10T09:16:41.744" v="838" actId="20577"/>
          <ac:spMkLst>
            <pc:docMk/>
            <pc:sldMk cId="2112133950" sldId="292"/>
            <ac:spMk id="3" creationId="{66F7F850-C586-326D-B0E8-EEF76557172B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481C4A-F22D-4F42-89EA-4E42C8E74B3B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39E0DAD-9820-4548-8F20-36FC4238306E}">
      <dgm:prSet/>
      <dgm:spPr/>
      <dgm:t>
        <a:bodyPr/>
        <a:lstStyle/>
        <a:p>
          <a:r>
            <a:rPr lang="en-US"/>
            <a:t>En este bloque aprenderemos a:</a:t>
          </a:r>
        </a:p>
      </dgm:t>
    </dgm:pt>
    <dgm:pt modelId="{6B99F95F-114E-43B9-B27C-612896680FC9}" type="parTrans" cxnId="{25A63164-C495-4043-BD03-E7D46D924AA9}">
      <dgm:prSet/>
      <dgm:spPr/>
      <dgm:t>
        <a:bodyPr/>
        <a:lstStyle/>
        <a:p>
          <a:endParaRPr lang="en-US"/>
        </a:p>
      </dgm:t>
    </dgm:pt>
    <dgm:pt modelId="{B67266AC-3831-4BEA-B1DA-9961A25BABFA}" type="sibTrans" cxnId="{25A63164-C495-4043-BD03-E7D46D924AA9}">
      <dgm:prSet/>
      <dgm:spPr/>
      <dgm:t>
        <a:bodyPr/>
        <a:lstStyle/>
        <a:p>
          <a:endParaRPr lang="en-US"/>
        </a:p>
      </dgm:t>
    </dgm:pt>
    <dgm:pt modelId="{06204296-1E34-4DA5-A08C-B563FAF77678}">
      <dgm:prSet/>
      <dgm:spPr/>
      <dgm:t>
        <a:bodyPr/>
        <a:lstStyle/>
        <a:p>
          <a:r>
            <a:rPr lang="en-US"/>
            <a:t>• Gestionar la seguridad en PowerShell</a:t>
          </a:r>
        </a:p>
      </dgm:t>
    </dgm:pt>
    <dgm:pt modelId="{02C2B193-9BC0-41DF-B621-CAFD75E3131A}" type="parTrans" cxnId="{4E7CF6F5-1D4A-4EEC-A46D-91895DE2E51A}">
      <dgm:prSet/>
      <dgm:spPr/>
      <dgm:t>
        <a:bodyPr/>
        <a:lstStyle/>
        <a:p>
          <a:endParaRPr lang="en-US"/>
        </a:p>
      </dgm:t>
    </dgm:pt>
    <dgm:pt modelId="{9058AAE9-F779-4753-91E1-DA59F8548E64}" type="sibTrans" cxnId="{4E7CF6F5-1D4A-4EEC-A46D-91895DE2E51A}">
      <dgm:prSet/>
      <dgm:spPr/>
      <dgm:t>
        <a:bodyPr/>
        <a:lstStyle/>
        <a:p>
          <a:endParaRPr lang="en-US"/>
        </a:p>
      </dgm:t>
    </dgm:pt>
    <dgm:pt modelId="{72F85446-757E-444B-949F-B58293A7FEFF}">
      <dgm:prSet/>
      <dgm:spPr/>
      <dgm:t>
        <a:bodyPr/>
        <a:lstStyle/>
        <a:p>
          <a:r>
            <a:rPr lang="en-US"/>
            <a:t>• Configurar permisos en archivos y carpetas</a:t>
          </a:r>
        </a:p>
      </dgm:t>
    </dgm:pt>
    <dgm:pt modelId="{E486A67F-29A1-472A-8236-1FD65F31AB22}" type="parTrans" cxnId="{BF477223-6299-42AE-B0CB-9BFD5A2D2E21}">
      <dgm:prSet/>
      <dgm:spPr/>
      <dgm:t>
        <a:bodyPr/>
        <a:lstStyle/>
        <a:p>
          <a:endParaRPr lang="en-US"/>
        </a:p>
      </dgm:t>
    </dgm:pt>
    <dgm:pt modelId="{04BA0E07-99AB-4B35-8015-503832CD595A}" type="sibTrans" cxnId="{BF477223-6299-42AE-B0CB-9BFD5A2D2E21}">
      <dgm:prSet/>
      <dgm:spPr/>
      <dgm:t>
        <a:bodyPr/>
        <a:lstStyle/>
        <a:p>
          <a:endParaRPr lang="en-US"/>
        </a:p>
      </dgm:t>
    </dgm:pt>
    <dgm:pt modelId="{C7FDC136-4F78-4C41-AFAA-B4AAE62E91B5}">
      <dgm:prSet/>
      <dgm:spPr/>
      <dgm:t>
        <a:bodyPr/>
        <a:lstStyle/>
        <a:p>
          <a:r>
            <a:rPr lang="en-US"/>
            <a:t>• Revisar eventos de seguridad</a:t>
          </a:r>
        </a:p>
      </dgm:t>
    </dgm:pt>
    <dgm:pt modelId="{C8A3EEFC-9AB9-4850-B026-E88063D718BF}" type="parTrans" cxnId="{59BD552A-03DD-4B68-84FC-0670C62E520A}">
      <dgm:prSet/>
      <dgm:spPr/>
      <dgm:t>
        <a:bodyPr/>
        <a:lstStyle/>
        <a:p>
          <a:endParaRPr lang="en-US"/>
        </a:p>
      </dgm:t>
    </dgm:pt>
    <dgm:pt modelId="{779FC85D-BC53-43B9-B524-75111031C55B}" type="sibTrans" cxnId="{59BD552A-03DD-4B68-84FC-0670C62E520A}">
      <dgm:prSet/>
      <dgm:spPr/>
      <dgm:t>
        <a:bodyPr/>
        <a:lstStyle/>
        <a:p>
          <a:endParaRPr lang="en-US"/>
        </a:p>
      </dgm:t>
    </dgm:pt>
    <dgm:pt modelId="{0A05EE98-3A08-4778-A16D-014355528D86}">
      <dgm:prSet/>
      <dgm:spPr/>
      <dgm:t>
        <a:bodyPr/>
        <a:lstStyle/>
        <a:p>
          <a:r>
            <a:rPr lang="en-US" err="1"/>
            <a:t>Administrar</a:t>
          </a:r>
          <a:r>
            <a:rPr lang="en-US"/>
            <a:t> </a:t>
          </a:r>
          <a:r>
            <a:rPr lang="en-US" err="1"/>
            <a:t>usuarios</a:t>
          </a:r>
          <a:r>
            <a:rPr lang="en-US"/>
            <a:t> y </a:t>
          </a:r>
          <a:r>
            <a:rPr lang="en-US" err="1"/>
            <a:t>grupos</a:t>
          </a:r>
          <a:r>
            <a:rPr lang="en-US"/>
            <a:t> locales</a:t>
          </a:r>
        </a:p>
      </dgm:t>
    </dgm:pt>
    <dgm:pt modelId="{F45D0E58-55D0-4650-8B33-7392FFE1E5AE}" type="parTrans" cxnId="{556F020F-C4FD-4E1D-BCA2-55EB57730315}">
      <dgm:prSet/>
      <dgm:spPr/>
    </dgm:pt>
    <dgm:pt modelId="{144F1064-9BCE-45D4-B3AF-1BB4B44EA3A1}" type="sibTrans" cxnId="{556F020F-C4FD-4E1D-BCA2-55EB57730315}">
      <dgm:prSet/>
      <dgm:spPr/>
    </dgm:pt>
    <dgm:pt modelId="{9257CA29-5E4F-4B51-9F6B-6C7704A00E71}" type="pres">
      <dgm:prSet presAssocID="{A4481C4A-F22D-4F42-89EA-4E42C8E74B3B}" presName="vert0" presStyleCnt="0">
        <dgm:presLayoutVars>
          <dgm:dir/>
          <dgm:animOne val="branch"/>
          <dgm:animLvl val="lvl"/>
        </dgm:presLayoutVars>
      </dgm:prSet>
      <dgm:spPr/>
    </dgm:pt>
    <dgm:pt modelId="{6D7015C4-608F-4BC6-A407-F0E9D8406D91}" type="pres">
      <dgm:prSet presAssocID="{439E0DAD-9820-4548-8F20-36FC4238306E}" presName="thickLine" presStyleLbl="alignNode1" presStyleIdx="0" presStyleCnt="5"/>
      <dgm:spPr/>
    </dgm:pt>
    <dgm:pt modelId="{8E05653A-251B-4AFE-9609-E524A3CB3A26}" type="pres">
      <dgm:prSet presAssocID="{439E0DAD-9820-4548-8F20-36FC4238306E}" presName="horz1" presStyleCnt="0"/>
      <dgm:spPr/>
    </dgm:pt>
    <dgm:pt modelId="{D3A1ABF8-32F4-49B2-8F3D-2A703FD2619F}" type="pres">
      <dgm:prSet presAssocID="{439E0DAD-9820-4548-8F20-36FC4238306E}" presName="tx1" presStyleLbl="revTx" presStyleIdx="0" presStyleCnt="5"/>
      <dgm:spPr/>
    </dgm:pt>
    <dgm:pt modelId="{56BF4CAA-4AD1-4A29-B673-DB988AA24FC6}" type="pres">
      <dgm:prSet presAssocID="{439E0DAD-9820-4548-8F20-36FC4238306E}" presName="vert1" presStyleCnt="0"/>
      <dgm:spPr/>
    </dgm:pt>
    <dgm:pt modelId="{3BDA54DD-B6DD-470C-9CE7-783BE1E5DA79}" type="pres">
      <dgm:prSet presAssocID="{06204296-1E34-4DA5-A08C-B563FAF77678}" presName="thickLine" presStyleLbl="alignNode1" presStyleIdx="1" presStyleCnt="5"/>
      <dgm:spPr/>
    </dgm:pt>
    <dgm:pt modelId="{7C417C72-6373-4DC2-9C35-8D1AC492ABE9}" type="pres">
      <dgm:prSet presAssocID="{06204296-1E34-4DA5-A08C-B563FAF77678}" presName="horz1" presStyleCnt="0"/>
      <dgm:spPr/>
    </dgm:pt>
    <dgm:pt modelId="{8FAFCD22-922D-4BE3-AA96-28B72737AE23}" type="pres">
      <dgm:prSet presAssocID="{06204296-1E34-4DA5-A08C-B563FAF77678}" presName="tx1" presStyleLbl="revTx" presStyleIdx="1" presStyleCnt="5"/>
      <dgm:spPr/>
    </dgm:pt>
    <dgm:pt modelId="{73638988-ED90-4C49-835B-33CB5FB64D6D}" type="pres">
      <dgm:prSet presAssocID="{06204296-1E34-4DA5-A08C-B563FAF77678}" presName="vert1" presStyleCnt="0"/>
      <dgm:spPr/>
    </dgm:pt>
    <dgm:pt modelId="{9120862A-37BA-4A31-B227-8CF872000EA0}" type="pres">
      <dgm:prSet presAssocID="{72F85446-757E-444B-949F-B58293A7FEFF}" presName="thickLine" presStyleLbl="alignNode1" presStyleIdx="2" presStyleCnt="5"/>
      <dgm:spPr/>
    </dgm:pt>
    <dgm:pt modelId="{3B07EC39-4A10-4195-8A0A-87681115DC63}" type="pres">
      <dgm:prSet presAssocID="{72F85446-757E-444B-949F-B58293A7FEFF}" presName="horz1" presStyleCnt="0"/>
      <dgm:spPr/>
    </dgm:pt>
    <dgm:pt modelId="{DAB2E87C-50A4-4F45-85EA-D66F67E3ED54}" type="pres">
      <dgm:prSet presAssocID="{72F85446-757E-444B-949F-B58293A7FEFF}" presName="tx1" presStyleLbl="revTx" presStyleIdx="2" presStyleCnt="5"/>
      <dgm:spPr/>
    </dgm:pt>
    <dgm:pt modelId="{363CBA44-40B7-4484-A986-1F517CDAFAA3}" type="pres">
      <dgm:prSet presAssocID="{72F85446-757E-444B-949F-B58293A7FEFF}" presName="vert1" presStyleCnt="0"/>
      <dgm:spPr/>
    </dgm:pt>
    <dgm:pt modelId="{39E52BE0-8173-4504-8761-E327881A0F0B}" type="pres">
      <dgm:prSet presAssocID="{0A05EE98-3A08-4778-A16D-014355528D86}" presName="thickLine" presStyleLbl="alignNode1" presStyleIdx="3" presStyleCnt="5"/>
      <dgm:spPr/>
    </dgm:pt>
    <dgm:pt modelId="{5AE4CAD7-5378-424C-8F7D-53C0D09AA25D}" type="pres">
      <dgm:prSet presAssocID="{0A05EE98-3A08-4778-A16D-014355528D86}" presName="horz1" presStyleCnt="0"/>
      <dgm:spPr/>
    </dgm:pt>
    <dgm:pt modelId="{C6E51C96-4BC5-4C86-BBBA-CD1C3A303168}" type="pres">
      <dgm:prSet presAssocID="{0A05EE98-3A08-4778-A16D-014355528D86}" presName="tx1" presStyleLbl="revTx" presStyleIdx="3" presStyleCnt="5"/>
      <dgm:spPr/>
    </dgm:pt>
    <dgm:pt modelId="{6E0790E1-CFFC-44C7-A387-3072924BC6FF}" type="pres">
      <dgm:prSet presAssocID="{0A05EE98-3A08-4778-A16D-014355528D86}" presName="vert1" presStyleCnt="0"/>
      <dgm:spPr/>
    </dgm:pt>
    <dgm:pt modelId="{1676A12B-7CC3-4E42-B1D9-50252C299641}" type="pres">
      <dgm:prSet presAssocID="{C7FDC136-4F78-4C41-AFAA-B4AAE62E91B5}" presName="thickLine" presStyleLbl="alignNode1" presStyleIdx="4" presStyleCnt="5"/>
      <dgm:spPr/>
    </dgm:pt>
    <dgm:pt modelId="{4CBD0EBC-A672-45AD-B72C-9F0FFDD8CB4A}" type="pres">
      <dgm:prSet presAssocID="{C7FDC136-4F78-4C41-AFAA-B4AAE62E91B5}" presName="horz1" presStyleCnt="0"/>
      <dgm:spPr/>
    </dgm:pt>
    <dgm:pt modelId="{7FFF937D-30D8-4E92-89CD-BC2F79E95E36}" type="pres">
      <dgm:prSet presAssocID="{C7FDC136-4F78-4C41-AFAA-B4AAE62E91B5}" presName="tx1" presStyleLbl="revTx" presStyleIdx="4" presStyleCnt="5"/>
      <dgm:spPr/>
    </dgm:pt>
    <dgm:pt modelId="{63691FB4-9208-4172-BE89-7FFA16EBEB1D}" type="pres">
      <dgm:prSet presAssocID="{C7FDC136-4F78-4C41-AFAA-B4AAE62E91B5}" presName="vert1" presStyleCnt="0"/>
      <dgm:spPr/>
    </dgm:pt>
  </dgm:ptLst>
  <dgm:cxnLst>
    <dgm:cxn modelId="{556F020F-C4FD-4E1D-BCA2-55EB57730315}" srcId="{A4481C4A-F22D-4F42-89EA-4E42C8E74B3B}" destId="{0A05EE98-3A08-4778-A16D-014355528D86}" srcOrd="3" destOrd="0" parTransId="{F45D0E58-55D0-4650-8B33-7392FFE1E5AE}" sibTransId="{144F1064-9BCE-45D4-B3AF-1BB4B44EA3A1}"/>
    <dgm:cxn modelId="{56D5BB1B-0EC6-4E8A-B5A7-6E9671FCAD63}" type="presOf" srcId="{72F85446-757E-444B-949F-B58293A7FEFF}" destId="{DAB2E87C-50A4-4F45-85EA-D66F67E3ED54}" srcOrd="0" destOrd="0" presId="urn:microsoft.com/office/officeart/2008/layout/LinedList"/>
    <dgm:cxn modelId="{3E8FB820-C690-4C4D-A266-9055FCED46BA}" type="presOf" srcId="{C7FDC136-4F78-4C41-AFAA-B4AAE62E91B5}" destId="{7FFF937D-30D8-4E92-89CD-BC2F79E95E36}" srcOrd="0" destOrd="0" presId="urn:microsoft.com/office/officeart/2008/layout/LinedList"/>
    <dgm:cxn modelId="{BF477223-6299-42AE-B0CB-9BFD5A2D2E21}" srcId="{A4481C4A-F22D-4F42-89EA-4E42C8E74B3B}" destId="{72F85446-757E-444B-949F-B58293A7FEFF}" srcOrd="2" destOrd="0" parTransId="{E486A67F-29A1-472A-8236-1FD65F31AB22}" sibTransId="{04BA0E07-99AB-4B35-8015-503832CD595A}"/>
    <dgm:cxn modelId="{59BD552A-03DD-4B68-84FC-0670C62E520A}" srcId="{A4481C4A-F22D-4F42-89EA-4E42C8E74B3B}" destId="{C7FDC136-4F78-4C41-AFAA-B4AAE62E91B5}" srcOrd="4" destOrd="0" parTransId="{C8A3EEFC-9AB9-4850-B026-E88063D718BF}" sibTransId="{779FC85D-BC53-43B9-B524-75111031C55B}"/>
    <dgm:cxn modelId="{25A63164-C495-4043-BD03-E7D46D924AA9}" srcId="{A4481C4A-F22D-4F42-89EA-4E42C8E74B3B}" destId="{439E0DAD-9820-4548-8F20-36FC4238306E}" srcOrd="0" destOrd="0" parTransId="{6B99F95F-114E-43B9-B27C-612896680FC9}" sibTransId="{B67266AC-3831-4BEA-B1DA-9961A25BABFA}"/>
    <dgm:cxn modelId="{2D9FF7A6-4775-4ABC-ACA9-513770E2BA3C}" type="presOf" srcId="{439E0DAD-9820-4548-8F20-36FC4238306E}" destId="{D3A1ABF8-32F4-49B2-8F3D-2A703FD2619F}" srcOrd="0" destOrd="0" presId="urn:microsoft.com/office/officeart/2008/layout/LinedList"/>
    <dgm:cxn modelId="{DEF403BC-4412-4D6E-843D-B775B305343E}" type="presOf" srcId="{06204296-1E34-4DA5-A08C-B563FAF77678}" destId="{8FAFCD22-922D-4BE3-AA96-28B72737AE23}" srcOrd="0" destOrd="0" presId="urn:microsoft.com/office/officeart/2008/layout/LinedList"/>
    <dgm:cxn modelId="{3DB776E1-3853-44AD-9334-937006C66361}" type="presOf" srcId="{0A05EE98-3A08-4778-A16D-014355528D86}" destId="{C6E51C96-4BC5-4C86-BBBA-CD1C3A303168}" srcOrd="0" destOrd="0" presId="urn:microsoft.com/office/officeart/2008/layout/LinedList"/>
    <dgm:cxn modelId="{EDD617EE-24C8-4E67-AF48-62645C20A2B9}" type="presOf" srcId="{A4481C4A-F22D-4F42-89EA-4E42C8E74B3B}" destId="{9257CA29-5E4F-4B51-9F6B-6C7704A00E71}" srcOrd="0" destOrd="0" presId="urn:microsoft.com/office/officeart/2008/layout/LinedList"/>
    <dgm:cxn modelId="{4E7CF6F5-1D4A-4EEC-A46D-91895DE2E51A}" srcId="{A4481C4A-F22D-4F42-89EA-4E42C8E74B3B}" destId="{06204296-1E34-4DA5-A08C-B563FAF77678}" srcOrd="1" destOrd="0" parTransId="{02C2B193-9BC0-41DF-B621-CAFD75E3131A}" sibTransId="{9058AAE9-F779-4753-91E1-DA59F8548E64}"/>
    <dgm:cxn modelId="{256BB409-9190-41BD-BCA2-B564C4A35A5B}" type="presParOf" srcId="{9257CA29-5E4F-4B51-9F6B-6C7704A00E71}" destId="{6D7015C4-608F-4BC6-A407-F0E9D8406D91}" srcOrd="0" destOrd="0" presId="urn:microsoft.com/office/officeart/2008/layout/LinedList"/>
    <dgm:cxn modelId="{9DD18D57-2A6D-42ED-93DF-F532E76B779B}" type="presParOf" srcId="{9257CA29-5E4F-4B51-9F6B-6C7704A00E71}" destId="{8E05653A-251B-4AFE-9609-E524A3CB3A26}" srcOrd="1" destOrd="0" presId="urn:microsoft.com/office/officeart/2008/layout/LinedList"/>
    <dgm:cxn modelId="{91945242-A2BD-4CCF-9DD5-60CB0F7BFC53}" type="presParOf" srcId="{8E05653A-251B-4AFE-9609-E524A3CB3A26}" destId="{D3A1ABF8-32F4-49B2-8F3D-2A703FD2619F}" srcOrd="0" destOrd="0" presId="urn:microsoft.com/office/officeart/2008/layout/LinedList"/>
    <dgm:cxn modelId="{60E6C067-2E24-43E2-99DB-A1B525C0FBE8}" type="presParOf" srcId="{8E05653A-251B-4AFE-9609-E524A3CB3A26}" destId="{56BF4CAA-4AD1-4A29-B673-DB988AA24FC6}" srcOrd="1" destOrd="0" presId="urn:microsoft.com/office/officeart/2008/layout/LinedList"/>
    <dgm:cxn modelId="{E752039F-BF33-474B-A8CB-B076C95361BB}" type="presParOf" srcId="{9257CA29-5E4F-4B51-9F6B-6C7704A00E71}" destId="{3BDA54DD-B6DD-470C-9CE7-783BE1E5DA79}" srcOrd="2" destOrd="0" presId="urn:microsoft.com/office/officeart/2008/layout/LinedList"/>
    <dgm:cxn modelId="{7D237A25-E4D2-49B3-A7D4-1F2062DE295B}" type="presParOf" srcId="{9257CA29-5E4F-4B51-9F6B-6C7704A00E71}" destId="{7C417C72-6373-4DC2-9C35-8D1AC492ABE9}" srcOrd="3" destOrd="0" presId="urn:microsoft.com/office/officeart/2008/layout/LinedList"/>
    <dgm:cxn modelId="{17E29FE2-864A-4D29-8E7D-3B6EC8953C54}" type="presParOf" srcId="{7C417C72-6373-4DC2-9C35-8D1AC492ABE9}" destId="{8FAFCD22-922D-4BE3-AA96-28B72737AE23}" srcOrd="0" destOrd="0" presId="urn:microsoft.com/office/officeart/2008/layout/LinedList"/>
    <dgm:cxn modelId="{23125031-D79F-4AF7-93C7-A62AE9454489}" type="presParOf" srcId="{7C417C72-6373-4DC2-9C35-8D1AC492ABE9}" destId="{73638988-ED90-4C49-835B-33CB5FB64D6D}" srcOrd="1" destOrd="0" presId="urn:microsoft.com/office/officeart/2008/layout/LinedList"/>
    <dgm:cxn modelId="{53C82316-F0A1-472A-B24D-9F293359982F}" type="presParOf" srcId="{9257CA29-5E4F-4B51-9F6B-6C7704A00E71}" destId="{9120862A-37BA-4A31-B227-8CF872000EA0}" srcOrd="4" destOrd="0" presId="urn:microsoft.com/office/officeart/2008/layout/LinedList"/>
    <dgm:cxn modelId="{0C2112E3-FC0E-49EA-8FD7-1FE56D6AC500}" type="presParOf" srcId="{9257CA29-5E4F-4B51-9F6B-6C7704A00E71}" destId="{3B07EC39-4A10-4195-8A0A-87681115DC63}" srcOrd="5" destOrd="0" presId="urn:microsoft.com/office/officeart/2008/layout/LinedList"/>
    <dgm:cxn modelId="{F66B76FA-9838-42B2-A30E-8185AF27E5E9}" type="presParOf" srcId="{3B07EC39-4A10-4195-8A0A-87681115DC63}" destId="{DAB2E87C-50A4-4F45-85EA-D66F67E3ED54}" srcOrd="0" destOrd="0" presId="urn:microsoft.com/office/officeart/2008/layout/LinedList"/>
    <dgm:cxn modelId="{B87A56F1-9123-4903-A599-D26F9E868304}" type="presParOf" srcId="{3B07EC39-4A10-4195-8A0A-87681115DC63}" destId="{363CBA44-40B7-4484-A986-1F517CDAFAA3}" srcOrd="1" destOrd="0" presId="urn:microsoft.com/office/officeart/2008/layout/LinedList"/>
    <dgm:cxn modelId="{E95D3C7D-72E2-4331-A761-721E798E08A3}" type="presParOf" srcId="{9257CA29-5E4F-4B51-9F6B-6C7704A00E71}" destId="{39E52BE0-8173-4504-8761-E327881A0F0B}" srcOrd="6" destOrd="0" presId="urn:microsoft.com/office/officeart/2008/layout/LinedList"/>
    <dgm:cxn modelId="{367FAFD0-4374-4F71-A4E9-9F9E23D13D22}" type="presParOf" srcId="{9257CA29-5E4F-4B51-9F6B-6C7704A00E71}" destId="{5AE4CAD7-5378-424C-8F7D-53C0D09AA25D}" srcOrd="7" destOrd="0" presId="urn:microsoft.com/office/officeart/2008/layout/LinedList"/>
    <dgm:cxn modelId="{A32393FA-C5FA-4A78-BFA2-D202B24D6317}" type="presParOf" srcId="{5AE4CAD7-5378-424C-8F7D-53C0D09AA25D}" destId="{C6E51C96-4BC5-4C86-BBBA-CD1C3A303168}" srcOrd="0" destOrd="0" presId="urn:microsoft.com/office/officeart/2008/layout/LinedList"/>
    <dgm:cxn modelId="{EDBD975C-151E-4A27-84E1-8535E42057EB}" type="presParOf" srcId="{5AE4CAD7-5378-424C-8F7D-53C0D09AA25D}" destId="{6E0790E1-CFFC-44C7-A387-3072924BC6FF}" srcOrd="1" destOrd="0" presId="urn:microsoft.com/office/officeart/2008/layout/LinedList"/>
    <dgm:cxn modelId="{34444BB0-7BE1-4C90-871A-52F867507220}" type="presParOf" srcId="{9257CA29-5E4F-4B51-9F6B-6C7704A00E71}" destId="{1676A12B-7CC3-4E42-B1D9-50252C299641}" srcOrd="8" destOrd="0" presId="urn:microsoft.com/office/officeart/2008/layout/LinedList"/>
    <dgm:cxn modelId="{4B7AD823-B904-42DE-B1FD-7264962FBA74}" type="presParOf" srcId="{9257CA29-5E4F-4B51-9F6B-6C7704A00E71}" destId="{4CBD0EBC-A672-45AD-B72C-9F0FFDD8CB4A}" srcOrd="9" destOrd="0" presId="urn:microsoft.com/office/officeart/2008/layout/LinedList"/>
    <dgm:cxn modelId="{8C8A3086-9336-4FC6-99C9-05F9913BBDF5}" type="presParOf" srcId="{4CBD0EBC-A672-45AD-B72C-9F0FFDD8CB4A}" destId="{7FFF937D-30D8-4E92-89CD-BC2F79E95E36}" srcOrd="0" destOrd="0" presId="urn:microsoft.com/office/officeart/2008/layout/LinedList"/>
    <dgm:cxn modelId="{A49260C6-3CC1-4B39-BEB4-EB038521A2D9}" type="presParOf" srcId="{4CBD0EBC-A672-45AD-B72C-9F0FFDD8CB4A}" destId="{63691FB4-9208-4172-BE89-7FFA16EBEB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1881F0-0651-4A39-B82B-51DFDB2599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552246-F24A-4A86-9A68-F9DA7625B87B}">
      <dgm:prSet/>
      <dgm:spPr/>
      <dgm:t>
        <a:bodyPr/>
        <a:lstStyle/>
        <a:p>
          <a:r>
            <a:rPr lang="en-US"/>
            <a:t>• Controlar acceso al sistema</a:t>
          </a:r>
        </a:p>
      </dgm:t>
    </dgm:pt>
    <dgm:pt modelId="{F540A601-D967-41D8-B061-7890B618193B}" type="parTrans" cxnId="{C9971715-0894-4EC1-9B50-255FFC3D83C7}">
      <dgm:prSet/>
      <dgm:spPr/>
      <dgm:t>
        <a:bodyPr/>
        <a:lstStyle/>
        <a:p>
          <a:endParaRPr lang="en-US"/>
        </a:p>
      </dgm:t>
    </dgm:pt>
    <dgm:pt modelId="{0C73FDBB-4738-4402-93A1-6C65A5F79591}" type="sibTrans" cxnId="{C9971715-0894-4EC1-9B50-255FFC3D83C7}">
      <dgm:prSet/>
      <dgm:spPr/>
      <dgm:t>
        <a:bodyPr/>
        <a:lstStyle/>
        <a:p>
          <a:endParaRPr lang="en-US"/>
        </a:p>
      </dgm:t>
    </dgm:pt>
    <dgm:pt modelId="{B1D7FAD1-881F-4D5D-8975-2577613D59D2}">
      <dgm:prSet/>
      <dgm:spPr/>
      <dgm:t>
        <a:bodyPr/>
        <a:lstStyle/>
        <a:p>
          <a:r>
            <a:rPr lang="en-US"/>
            <a:t>• Proteger archivos y carpetas</a:t>
          </a:r>
        </a:p>
      </dgm:t>
    </dgm:pt>
    <dgm:pt modelId="{92598331-BA4B-424A-B955-00C4BF8204C9}" type="parTrans" cxnId="{E249A72D-198F-45D7-855C-147A923F1E08}">
      <dgm:prSet/>
      <dgm:spPr/>
      <dgm:t>
        <a:bodyPr/>
        <a:lstStyle/>
        <a:p>
          <a:endParaRPr lang="en-US"/>
        </a:p>
      </dgm:t>
    </dgm:pt>
    <dgm:pt modelId="{BCB8E97C-4C23-4883-9FB7-7C9A24695DAC}" type="sibTrans" cxnId="{E249A72D-198F-45D7-855C-147A923F1E08}">
      <dgm:prSet/>
      <dgm:spPr/>
      <dgm:t>
        <a:bodyPr/>
        <a:lstStyle/>
        <a:p>
          <a:endParaRPr lang="en-US"/>
        </a:p>
      </dgm:t>
    </dgm:pt>
    <dgm:pt modelId="{93FEA0AA-EFB2-4FF0-A40C-1F6BA9F5565A}">
      <dgm:prSet/>
      <dgm:spPr/>
      <dgm:t>
        <a:bodyPr/>
        <a:lstStyle/>
        <a:p>
          <a:r>
            <a:rPr lang="en-US"/>
            <a:t>• Administrar usuarios y grupos</a:t>
          </a:r>
        </a:p>
      </dgm:t>
    </dgm:pt>
    <dgm:pt modelId="{1F9D9847-927D-406F-AB60-99D3018477DD}" type="parTrans" cxnId="{B0C32150-2270-47B1-9167-5D9293D58062}">
      <dgm:prSet/>
      <dgm:spPr/>
      <dgm:t>
        <a:bodyPr/>
        <a:lstStyle/>
        <a:p>
          <a:endParaRPr lang="en-US"/>
        </a:p>
      </dgm:t>
    </dgm:pt>
    <dgm:pt modelId="{F5448368-AE37-45B2-ACD7-2E1A2C17A922}" type="sibTrans" cxnId="{B0C32150-2270-47B1-9167-5D9293D58062}">
      <dgm:prSet/>
      <dgm:spPr/>
      <dgm:t>
        <a:bodyPr/>
        <a:lstStyle/>
        <a:p>
          <a:endParaRPr lang="en-US"/>
        </a:p>
      </dgm:t>
    </dgm:pt>
    <dgm:pt modelId="{7842F127-06D5-44BB-BB5F-ABA85D21A340}">
      <dgm:prSet/>
      <dgm:spPr/>
      <dgm:t>
        <a:bodyPr/>
        <a:lstStyle/>
        <a:p>
          <a:r>
            <a:rPr lang="en-US"/>
            <a:t>• Auditoría de seguridad</a:t>
          </a:r>
        </a:p>
      </dgm:t>
    </dgm:pt>
    <dgm:pt modelId="{AAB3DC3F-F2A9-474E-9B1D-C914DFA52E35}" type="parTrans" cxnId="{DFD80857-6C2B-4251-BF6A-E95BC0524758}">
      <dgm:prSet/>
      <dgm:spPr/>
      <dgm:t>
        <a:bodyPr/>
        <a:lstStyle/>
        <a:p>
          <a:endParaRPr lang="en-US"/>
        </a:p>
      </dgm:t>
    </dgm:pt>
    <dgm:pt modelId="{039A1862-BB54-4510-A839-728B7A3E590E}" type="sibTrans" cxnId="{DFD80857-6C2B-4251-BF6A-E95BC0524758}">
      <dgm:prSet/>
      <dgm:spPr/>
      <dgm:t>
        <a:bodyPr/>
        <a:lstStyle/>
        <a:p>
          <a:endParaRPr lang="en-US"/>
        </a:p>
      </dgm:t>
    </dgm:pt>
    <dgm:pt modelId="{ABA14882-E28E-436C-B5DA-21901B7E5E25}" type="pres">
      <dgm:prSet presAssocID="{4D1881F0-0651-4A39-B82B-51DFDB259962}" presName="root" presStyleCnt="0">
        <dgm:presLayoutVars>
          <dgm:dir/>
          <dgm:resizeHandles val="exact"/>
        </dgm:presLayoutVars>
      </dgm:prSet>
      <dgm:spPr/>
    </dgm:pt>
    <dgm:pt modelId="{B2F490C0-F11D-45ED-B7F3-7702E35E407F}" type="pres">
      <dgm:prSet presAssocID="{E9552246-F24A-4A86-9A68-F9DA7625B87B}" presName="compNode" presStyleCnt="0"/>
      <dgm:spPr/>
    </dgm:pt>
    <dgm:pt modelId="{13748103-76A6-41D6-A42C-F3C9F853F006}" type="pres">
      <dgm:prSet presAssocID="{E9552246-F24A-4A86-9A68-F9DA7625B87B}" presName="bgRect" presStyleLbl="bgShp" presStyleIdx="0" presStyleCnt="4"/>
      <dgm:spPr/>
    </dgm:pt>
    <dgm:pt modelId="{A331066F-7ADE-424C-BC72-C6D65198043F}" type="pres">
      <dgm:prSet presAssocID="{E9552246-F24A-4A86-9A68-F9DA7625B87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843BEBEA-B3FD-4F03-8F05-5E77FE7274ED}" type="pres">
      <dgm:prSet presAssocID="{E9552246-F24A-4A86-9A68-F9DA7625B87B}" presName="spaceRect" presStyleCnt="0"/>
      <dgm:spPr/>
    </dgm:pt>
    <dgm:pt modelId="{8E1E6458-69EB-4AAF-AA22-C4D2CB841039}" type="pres">
      <dgm:prSet presAssocID="{E9552246-F24A-4A86-9A68-F9DA7625B87B}" presName="parTx" presStyleLbl="revTx" presStyleIdx="0" presStyleCnt="4">
        <dgm:presLayoutVars>
          <dgm:chMax val="0"/>
          <dgm:chPref val="0"/>
        </dgm:presLayoutVars>
      </dgm:prSet>
      <dgm:spPr/>
    </dgm:pt>
    <dgm:pt modelId="{BB2ED8FD-B4C0-4550-AB00-AFE41ECB5E60}" type="pres">
      <dgm:prSet presAssocID="{0C73FDBB-4738-4402-93A1-6C65A5F79591}" presName="sibTrans" presStyleCnt="0"/>
      <dgm:spPr/>
    </dgm:pt>
    <dgm:pt modelId="{FC1BE782-1A20-473D-B668-AB2F3CB4CE3D}" type="pres">
      <dgm:prSet presAssocID="{B1D7FAD1-881F-4D5D-8975-2577613D59D2}" presName="compNode" presStyleCnt="0"/>
      <dgm:spPr/>
    </dgm:pt>
    <dgm:pt modelId="{E0B43F76-637C-43B0-ADC0-884D84578ED7}" type="pres">
      <dgm:prSet presAssocID="{B1D7FAD1-881F-4D5D-8975-2577613D59D2}" presName="bgRect" presStyleLbl="bgShp" presStyleIdx="1" presStyleCnt="4"/>
      <dgm:spPr/>
    </dgm:pt>
    <dgm:pt modelId="{905EB5F5-C935-47E8-81F8-27971857CC20}" type="pres">
      <dgm:prSet presAssocID="{B1D7FAD1-881F-4D5D-8975-2577613D59D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AB53CED-F68A-42C4-8778-D2F67DF56A1E}" type="pres">
      <dgm:prSet presAssocID="{B1D7FAD1-881F-4D5D-8975-2577613D59D2}" presName="spaceRect" presStyleCnt="0"/>
      <dgm:spPr/>
    </dgm:pt>
    <dgm:pt modelId="{4541F841-6B71-4148-A50E-EACC42F90DDB}" type="pres">
      <dgm:prSet presAssocID="{B1D7FAD1-881F-4D5D-8975-2577613D59D2}" presName="parTx" presStyleLbl="revTx" presStyleIdx="1" presStyleCnt="4">
        <dgm:presLayoutVars>
          <dgm:chMax val="0"/>
          <dgm:chPref val="0"/>
        </dgm:presLayoutVars>
      </dgm:prSet>
      <dgm:spPr/>
    </dgm:pt>
    <dgm:pt modelId="{C06030E4-C83B-4FB7-8464-13A2F648B454}" type="pres">
      <dgm:prSet presAssocID="{BCB8E97C-4C23-4883-9FB7-7C9A24695DAC}" presName="sibTrans" presStyleCnt="0"/>
      <dgm:spPr/>
    </dgm:pt>
    <dgm:pt modelId="{A9E8480E-2A09-4A61-A10F-33FFE17CF59B}" type="pres">
      <dgm:prSet presAssocID="{93FEA0AA-EFB2-4FF0-A40C-1F6BA9F5565A}" presName="compNode" presStyleCnt="0"/>
      <dgm:spPr/>
    </dgm:pt>
    <dgm:pt modelId="{A64958DE-0EAE-47DF-91B9-0C864F6D0780}" type="pres">
      <dgm:prSet presAssocID="{93FEA0AA-EFB2-4FF0-A40C-1F6BA9F5565A}" presName="bgRect" presStyleLbl="bgShp" presStyleIdx="2" presStyleCnt="4"/>
      <dgm:spPr/>
    </dgm:pt>
    <dgm:pt modelId="{ADA68CE6-553B-48D4-B55C-E37F62C17F41}" type="pres">
      <dgm:prSet presAssocID="{93FEA0AA-EFB2-4FF0-A40C-1F6BA9F556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D0FA70AE-4596-4531-83C3-31404C0564A3}" type="pres">
      <dgm:prSet presAssocID="{93FEA0AA-EFB2-4FF0-A40C-1F6BA9F5565A}" presName="spaceRect" presStyleCnt="0"/>
      <dgm:spPr/>
    </dgm:pt>
    <dgm:pt modelId="{D8F502C4-4DD4-4E98-A6D8-B1590FFD0B8A}" type="pres">
      <dgm:prSet presAssocID="{93FEA0AA-EFB2-4FF0-A40C-1F6BA9F5565A}" presName="parTx" presStyleLbl="revTx" presStyleIdx="2" presStyleCnt="4">
        <dgm:presLayoutVars>
          <dgm:chMax val="0"/>
          <dgm:chPref val="0"/>
        </dgm:presLayoutVars>
      </dgm:prSet>
      <dgm:spPr/>
    </dgm:pt>
    <dgm:pt modelId="{7E35BEB6-AD9F-428A-B2A4-AFD898DADE4E}" type="pres">
      <dgm:prSet presAssocID="{F5448368-AE37-45B2-ACD7-2E1A2C17A922}" presName="sibTrans" presStyleCnt="0"/>
      <dgm:spPr/>
    </dgm:pt>
    <dgm:pt modelId="{1C5E3842-30BC-426B-A97D-7C60BA1F5D8C}" type="pres">
      <dgm:prSet presAssocID="{7842F127-06D5-44BB-BB5F-ABA85D21A340}" presName="compNode" presStyleCnt="0"/>
      <dgm:spPr/>
    </dgm:pt>
    <dgm:pt modelId="{0B089677-6604-4AA2-8B02-AE25153D9E6D}" type="pres">
      <dgm:prSet presAssocID="{7842F127-06D5-44BB-BB5F-ABA85D21A340}" presName="bgRect" presStyleLbl="bgShp" presStyleIdx="3" presStyleCnt="4"/>
      <dgm:spPr/>
    </dgm:pt>
    <dgm:pt modelId="{A0CAFC14-A4E2-46E8-B133-E1CFC8A9E697}" type="pres">
      <dgm:prSet presAssocID="{7842F127-06D5-44BB-BB5F-ABA85D21A3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78522782-2617-4161-9210-31465EEE574A}" type="pres">
      <dgm:prSet presAssocID="{7842F127-06D5-44BB-BB5F-ABA85D21A340}" presName="spaceRect" presStyleCnt="0"/>
      <dgm:spPr/>
    </dgm:pt>
    <dgm:pt modelId="{818751B4-5FAA-4CA9-9684-B075F9C7840E}" type="pres">
      <dgm:prSet presAssocID="{7842F127-06D5-44BB-BB5F-ABA85D21A34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9971715-0894-4EC1-9B50-255FFC3D83C7}" srcId="{4D1881F0-0651-4A39-B82B-51DFDB259962}" destId="{E9552246-F24A-4A86-9A68-F9DA7625B87B}" srcOrd="0" destOrd="0" parTransId="{F540A601-D967-41D8-B061-7890B618193B}" sibTransId="{0C73FDBB-4738-4402-93A1-6C65A5F79591}"/>
    <dgm:cxn modelId="{62DE3E24-7801-458E-A492-2B5D1CAEB545}" type="presOf" srcId="{E9552246-F24A-4A86-9A68-F9DA7625B87B}" destId="{8E1E6458-69EB-4AAF-AA22-C4D2CB841039}" srcOrd="0" destOrd="0" presId="urn:microsoft.com/office/officeart/2018/2/layout/IconVerticalSolidList"/>
    <dgm:cxn modelId="{C7FA072B-F15A-4434-9F96-75084FAFCF6B}" type="presOf" srcId="{4D1881F0-0651-4A39-B82B-51DFDB259962}" destId="{ABA14882-E28E-436C-B5DA-21901B7E5E25}" srcOrd="0" destOrd="0" presId="urn:microsoft.com/office/officeart/2018/2/layout/IconVerticalSolidList"/>
    <dgm:cxn modelId="{E249A72D-198F-45D7-855C-147A923F1E08}" srcId="{4D1881F0-0651-4A39-B82B-51DFDB259962}" destId="{B1D7FAD1-881F-4D5D-8975-2577613D59D2}" srcOrd="1" destOrd="0" parTransId="{92598331-BA4B-424A-B955-00C4BF8204C9}" sibTransId="{BCB8E97C-4C23-4883-9FB7-7C9A24695DAC}"/>
    <dgm:cxn modelId="{B0C32150-2270-47B1-9167-5D9293D58062}" srcId="{4D1881F0-0651-4A39-B82B-51DFDB259962}" destId="{93FEA0AA-EFB2-4FF0-A40C-1F6BA9F5565A}" srcOrd="2" destOrd="0" parTransId="{1F9D9847-927D-406F-AB60-99D3018477DD}" sibTransId="{F5448368-AE37-45B2-ACD7-2E1A2C17A922}"/>
    <dgm:cxn modelId="{DFD80857-6C2B-4251-BF6A-E95BC0524758}" srcId="{4D1881F0-0651-4A39-B82B-51DFDB259962}" destId="{7842F127-06D5-44BB-BB5F-ABA85D21A340}" srcOrd="3" destOrd="0" parTransId="{AAB3DC3F-F2A9-474E-9B1D-C914DFA52E35}" sibTransId="{039A1862-BB54-4510-A839-728B7A3E590E}"/>
    <dgm:cxn modelId="{23FB1AC0-C1A2-4940-AF6F-48B845284E0D}" type="presOf" srcId="{7842F127-06D5-44BB-BB5F-ABA85D21A340}" destId="{818751B4-5FAA-4CA9-9684-B075F9C7840E}" srcOrd="0" destOrd="0" presId="urn:microsoft.com/office/officeart/2018/2/layout/IconVerticalSolidList"/>
    <dgm:cxn modelId="{94D2EFD7-C527-41B2-9FB1-4F554126BDFD}" type="presOf" srcId="{93FEA0AA-EFB2-4FF0-A40C-1F6BA9F5565A}" destId="{D8F502C4-4DD4-4E98-A6D8-B1590FFD0B8A}" srcOrd="0" destOrd="0" presId="urn:microsoft.com/office/officeart/2018/2/layout/IconVerticalSolidList"/>
    <dgm:cxn modelId="{57B742DA-93DD-4C7B-A053-283244FBF09F}" type="presOf" srcId="{B1D7FAD1-881F-4D5D-8975-2577613D59D2}" destId="{4541F841-6B71-4148-A50E-EACC42F90DDB}" srcOrd="0" destOrd="0" presId="urn:microsoft.com/office/officeart/2018/2/layout/IconVerticalSolidList"/>
    <dgm:cxn modelId="{0A162D5A-0DC7-4432-AD9F-6F566640AF8A}" type="presParOf" srcId="{ABA14882-E28E-436C-B5DA-21901B7E5E25}" destId="{B2F490C0-F11D-45ED-B7F3-7702E35E407F}" srcOrd="0" destOrd="0" presId="urn:microsoft.com/office/officeart/2018/2/layout/IconVerticalSolidList"/>
    <dgm:cxn modelId="{F2E97982-6BB6-4BE0-9B4F-7D8361FB158A}" type="presParOf" srcId="{B2F490C0-F11D-45ED-B7F3-7702E35E407F}" destId="{13748103-76A6-41D6-A42C-F3C9F853F006}" srcOrd="0" destOrd="0" presId="urn:microsoft.com/office/officeart/2018/2/layout/IconVerticalSolidList"/>
    <dgm:cxn modelId="{2A34488E-2BB6-4262-A30E-4190E259326C}" type="presParOf" srcId="{B2F490C0-F11D-45ED-B7F3-7702E35E407F}" destId="{A331066F-7ADE-424C-BC72-C6D65198043F}" srcOrd="1" destOrd="0" presId="urn:microsoft.com/office/officeart/2018/2/layout/IconVerticalSolidList"/>
    <dgm:cxn modelId="{6688C706-90C0-4314-B777-503EA4B35A15}" type="presParOf" srcId="{B2F490C0-F11D-45ED-B7F3-7702E35E407F}" destId="{843BEBEA-B3FD-4F03-8F05-5E77FE7274ED}" srcOrd="2" destOrd="0" presId="urn:microsoft.com/office/officeart/2018/2/layout/IconVerticalSolidList"/>
    <dgm:cxn modelId="{8FB798CC-70F3-47C0-8F5D-A5A3BEEC38D9}" type="presParOf" srcId="{B2F490C0-F11D-45ED-B7F3-7702E35E407F}" destId="{8E1E6458-69EB-4AAF-AA22-C4D2CB841039}" srcOrd="3" destOrd="0" presId="urn:microsoft.com/office/officeart/2018/2/layout/IconVerticalSolidList"/>
    <dgm:cxn modelId="{7E635577-38B1-4349-BE6F-DB616A4D2EEF}" type="presParOf" srcId="{ABA14882-E28E-436C-B5DA-21901B7E5E25}" destId="{BB2ED8FD-B4C0-4550-AB00-AFE41ECB5E60}" srcOrd="1" destOrd="0" presId="urn:microsoft.com/office/officeart/2018/2/layout/IconVerticalSolidList"/>
    <dgm:cxn modelId="{DBA63BC9-2C01-4599-86D9-C9937B6778D2}" type="presParOf" srcId="{ABA14882-E28E-436C-B5DA-21901B7E5E25}" destId="{FC1BE782-1A20-473D-B668-AB2F3CB4CE3D}" srcOrd="2" destOrd="0" presId="urn:microsoft.com/office/officeart/2018/2/layout/IconVerticalSolidList"/>
    <dgm:cxn modelId="{FDA14A75-7950-478E-A893-CA0A61BA60E2}" type="presParOf" srcId="{FC1BE782-1A20-473D-B668-AB2F3CB4CE3D}" destId="{E0B43F76-637C-43B0-ADC0-884D84578ED7}" srcOrd="0" destOrd="0" presId="urn:microsoft.com/office/officeart/2018/2/layout/IconVerticalSolidList"/>
    <dgm:cxn modelId="{0DDF9F2E-5FD6-42EE-A883-9C71DB1D3EFF}" type="presParOf" srcId="{FC1BE782-1A20-473D-B668-AB2F3CB4CE3D}" destId="{905EB5F5-C935-47E8-81F8-27971857CC20}" srcOrd="1" destOrd="0" presId="urn:microsoft.com/office/officeart/2018/2/layout/IconVerticalSolidList"/>
    <dgm:cxn modelId="{24CC255E-B9E9-46BA-A6D7-95D5CC58221F}" type="presParOf" srcId="{FC1BE782-1A20-473D-B668-AB2F3CB4CE3D}" destId="{6AB53CED-F68A-42C4-8778-D2F67DF56A1E}" srcOrd="2" destOrd="0" presId="urn:microsoft.com/office/officeart/2018/2/layout/IconVerticalSolidList"/>
    <dgm:cxn modelId="{F3F7EC66-4350-41B6-807D-DC646A0406AA}" type="presParOf" srcId="{FC1BE782-1A20-473D-B668-AB2F3CB4CE3D}" destId="{4541F841-6B71-4148-A50E-EACC42F90DDB}" srcOrd="3" destOrd="0" presId="urn:microsoft.com/office/officeart/2018/2/layout/IconVerticalSolidList"/>
    <dgm:cxn modelId="{839E46A7-A179-44CF-8D82-6C5F8D01ECF8}" type="presParOf" srcId="{ABA14882-E28E-436C-B5DA-21901B7E5E25}" destId="{C06030E4-C83B-4FB7-8464-13A2F648B454}" srcOrd="3" destOrd="0" presId="urn:microsoft.com/office/officeart/2018/2/layout/IconVerticalSolidList"/>
    <dgm:cxn modelId="{AB6B7F50-CB4C-42B8-B4CA-615AB59978E4}" type="presParOf" srcId="{ABA14882-E28E-436C-B5DA-21901B7E5E25}" destId="{A9E8480E-2A09-4A61-A10F-33FFE17CF59B}" srcOrd="4" destOrd="0" presId="urn:microsoft.com/office/officeart/2018/2/layout/IconVerticalSolidList"/>
    <dgm:cxn modelId="{DE1A3101-4A7B-4DA2-8E17-D53CD862AD0D}" type="presParOf" srcId="{A9E8480E-2A09-4A61-A10F-33FFE17CF59B}" destId="{A64958DE-0EAE-47DF-91B9-0C864F6D0780}" srcOrd="0" destOrd="0" presId="urn:microsoft.com/office/officeart/2018/2/layout/IconVerticalSolidList"/>
    <dgm:cxn modelId="{7C2AE3BD-948E-4F67-B2A6-085153AC7A3A}" type="presParOf" srcId="{A9E8480E-2A09-4A61-A10F-33FFE17CF59B}" destId="{ADA68CE6-553B-48D4-B55C-E37F62C17F41}" srcOrd="1" destOrd="0" presId="urn:microsoft.com/office/officeart/2018/2/layout/IconVerticalSolidList"/>
    <dgm:cxn modelId="{380A8534-99F1-4CC0-9C31-33C547380537}" type="presParOf" srcId="{A9E8480E-2A09-4A61-A10F-33FFE17CF59B}" destId="{D0FA70AE-4596-4531-83C3-31404C0564A3}" srcOrd="2" destOrd="0" presId="urn:microsoft.com/office/officeart/2018/2/layout/IconVerticalSolidList"/>
    <dgm:cxn modelId="{91390F55-653B-412C-B4CA-FFA5746F7CB8}" type="presParOf" srcId="{A9E8480E-2A09-4A61-A10F-33FFE17CF59B}" destId="{D8F502C4-4DD4-4E98-A6D8-B1590FFD0B8A}" srcOrd="3" destOrd="0" presId="urn:microsoft.com/office/officeart/2018/2/layout/IconVerticalSolidList"/>
    <dgm:cxn modelId="{F08B8A20-C94B-4087-95F6-811848E8DF55}" type="presParOf" srcId="{ABA14882-E28E-436C-B5DA-21901B7E5E25}" destId="{7E35BEB6-AD9F-428A-B2A4-AFD898DADE4E}" srcOrd="5" destOrd="0" presId="urn:microsoft.com/office/officeart/2018/2/layout/IconVerticalSolidList"/>
    <dgm:cxn modelId="{53C1084A-AA28-461A-ACC4-AAE3FB2B691C}" type="presParOf" srcId="{ABA14882-E28E-436C-B5DA-21901B7E5E25}" destId="{1C5E3842-30BC-426B-A97D-7C60BA1F5D8C}" srcOrd="6" destOrd="0" presId="urn:microsoft.com/office/officeart/2018/2/layout/IconVerticalSolidList"/>
    <dgm:cxn modelId="{274E8B81-1A1C-4583-BACD-70B2BE810D34}" type="presParOf" srcId="{1C5E3842-30BC-426B-A97D-7C60BA1F5D8C}" destId="{0B089677-6604-4AA2-8B02-AE25153D9E6D}" srcOrd="0" destOrd="0" presId="urn:microsoft.com/office/officeart/2018/2/layout/IconVerticalSolidList"/>
    <dgm:cxn modelId="{00E52CD2-462A-4481-B2BC-A6F81B718404}" type="presParOf" srcId="{1C5E3842-30BC-426B-A97D-7C60BA1F5D8C}" destId="{A0CAFC14-A4E2-46E8-B133-E1CFC8A9E697}" srcOrd="1" destOrd="0" presId="urn:microsoft.com/office/officeart/2018/2/layout/IconVerticalSolidList"/>
    <dgm:cxn modelId="{AE91CE2F-BBA1-43C5-9C2C-5F7A5BD4D561}" type="presParOf" srcId="{1C5E3842-30BC-426B-A97D-7C60BA1F5D8C}" destId="{78522782-2617-4161-9210-31465EEE574A}" srcOrd="2" destOrd="0" presId="urn:microsoft.com/office/officeart/2018/2/layout/IconVerticalSolidList"/>
    <dgm:cxn modelId="{5765DD44-4AA4-4377-A9C1-66B0EC32AD08}" type="presParOf" srcId="{1C5E3842-30BC-426B-A97D-7C60BA1F5D8C}" destId="{818751B4-5FAA-4CA9-9684-B075F9C784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939DE0-0664-4393-A369-CC8A49A0CC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2DDCBC5-A663-4E9C-8CE6-549B6EEBE1C9}">
      <dgm:prSet/>
      <dgm:spPr/>
      <dgm:t>
        <a:bodyPr/>
        <a:lstStyle/>
        <a:p>
          <a:r>
            <a:rPr lang="en-US"/>
            <a:t>• Get-</a:t>
          </a:r>
          <a:r>
            <a:rPr lang="en-US" err="1"/>
            <a:t>ExecutionPolicy</a:t>
          </a:r>
          <a:r>
            <a:rPr lang="en-US"/>
            <a:t> → </a:t>
          </a:r>
          <a:r>
            <a:rPr lang="en-US" err="1"/>
            <a:t>Muestra</a:t>
          </a:r>
          <a:r>
            <a:rPr lang="en-US"/>
            <a:t> la </a:t>
          </a:r>
          <a:r>
            <a:rPr lang="en-US" err="1"/>
            <a:t>política</a:t>
          </a:r>
          <a:r>
            <a:rPr lang="en-US"/>
            <a:t> actual, </a:t>
          </a:r>
          <a:r>
            <a:rPr lang="en-US" err="1"/>
            <a:t>por</a:t>
          </a:r>
          <a:r>
            <a:rPr lang="en-US"/>
            <a:t> </a:t>
          </a:r>
          <a:r>
            <a:rPr lang="en-US" err="1"/>
            <a:t>defecto</a:t>
          </a:r>
          <a:r>
            <a:rPr lang="en-US"/>
            <a:t> </a:t>
          </a:r>
          <a:r>
            <a:rPr lang="en-US" err="1"/>
            <a:t>aparece</a:t>
          </a:r>
          <a:r>
            <a:rPr lang="en-US"/>
            <a:t> </a:t>
          </a:r>
          <a:r>
            <a:rPr lang="en-US" err="1"/>
            <a:t>RemoteSigned</a:t>
          </a:r>
          <a:endParaRPr lang="en-US"/>
        </a:p>
      </dgm:t>
    </dgm:pt>
    <dgm:pt modelId="{6C265BA3-3BAD-40B5-AF6E-C55F0324C1EE}" type="parTrans" cxnId="{BB0D78BC-EFEF-40FE-A11D-9DB9404F41DD}">
      <dgm:prSet/>
      <dgm:spPr/>
      <dgm:t>
        <a:bodyPr/>
        <a:lstStyle/>
        <a:p>
          <a:endParaRPr lang="en-US"/>
        </a:p>
      </dgm:t>
    </dgm:pt>
    <dgm:pt modelId="{D85664E8-A7C7-49BB-A36D-0F10F29CAEAF}" type="sibTrans" cxnId="{BB0D78BC-EFEF-40FE-A11D-9DB9404F41DD}">
      <dgm:prSet/>
      <dgm:spPr/>
      <dgm:t>
        <a:bodyPr/>
        <a:lstStyle/>
        <a:p>
          <a:endParaRPr lang="en-US"/>
        </a:p>
      </dgm:t>
    </dgm:pt>
    <dgm:pt modelId="{03512D72-DCF3-4900-825D-DEF11233EAEE}">
      <dgm:prSet/>
      <dgm:spPr/>
      <dgm:t>
        <a:bodyPr/>
        <a:lstStyle/>
        <a:p>
          <a:r>
            <a:rPr lang="en-US"/>
            <a:t>• Set-ExecutionPolicy RemoteSigned → Permite scripts locales</a:t>
          </a:r>
        </a:p>
      </dgm:t>
    </dgm:pt>
    <dgm:pt modelId="{CAA98BA5-7664-4E6B-BDAE-84BFB50932A7}" type="parTrans" cxnId="{8548F010-4109-4A50-807F-DA9A04B8C06B}">
      <dgm:prSet/>
      <dgm:spPr/>
      <dgm:t>
        <a:bodyPr/>
        <a:lstStyle/>
        <a:p>
          <a:endParaRPr lang="en-US"/>
        </a:p>
      </dgm:t>
    </dgm:pt>
    <dgm:pt modelId="{4727D459-D110-480A-87E3-A0A2D45733FF}" type="sibTrans" cxnId="{8548F010-4109-4A50-807F-DA9A04B8C06B}">
      <dgm:prSet/>
      <dgm:spPr/>
      <dgm:t>
        <a:bodyPr/>
        <a:lstStyle/>
        <a:p>
          <a:endParaRPr lang="en-US"/>
        </a:p>
      </dgm:t>
    </dgm:pt>
    <dgm:pt modelId="{2FAC5A51-F38A-4BC6-9528-52A9FAA97F53}">
      <dgm:prSet/>
      <dgm:spPr/>
      <dgm:t>
        <a:bodyPr/>
        <a:lstStyle/>
        <a:p>
          <a:r>
            <a:rPr lang="en-US"/>
            <a:t>• Políticas posibles: Restricted, RemoteSigned, Unrestricted</a:t>
          </a:r>
        </a:p>
      </dgm:t>
    </dgm:pt>
    <dgm:pt modelId="{4B085997-C2DE-4C64-9515-65D8BF1A4411}" type="parTrans" cxnId="{867C7E27-25D8-4DDE-A362-E0888FC30A84}">
      <dgm:prSet/>
      <dgm:spPr/>
      <dgm:t>
        <a:bodyPr/>
        <a:lstStyle/>
        <a:p>
          <a:endParaRPr lang="en-US"/>
        </a:p>
      </dgm:t>
    </dgm:pt>
    <dgm:pt modelId="{B4D25E91-5C62-43F5-801F-7ED677CAB9C6}" type="sibTrans" cxnId="{867C7E27-25D8-4DDE-A362-E0888FC30A84}">
      <dgm:prSet/>
      <dgm:spPr/>
      <dgm:t>
        <a:bodyPr/>
        <a:lstStyle/>
        <a:p>
          <a:endParaRPr lang="en-US"/>
        </a:p>
      </dgm:t>
    </dgm:pt>
    <dgm:pt modelId="{C8E82179-3305-4810-BFF1-A19408DB3799}" type="pres">
      <dgm:prSet presAssocID="{C7939DE0-0664-4393-A369-CC8A49A0CCE9}" presName="root" presStyleCnt="0">
        <dgm:presLayoutVars>
          <dgm:dir/>
          <dgm:resizeHandles val="exact"/>
        </dgm:presLayoutVars>
      </dgm:prSet>
      <dgm:spPr/>
    </dgm:pt>
    <dgm:pt modelId="{DEA2CA4F-D590-4AAC-AD44-ADB40EFE9165}" type="pres">
      <dgm:prSet presAssocID="{D2DDCBC5-A663-4E9C-8CE6-549B6EEBE1C9}" presName="compNode" presStyleCnt="0"/>
      <dgm:spPr/>
    </dgm:pt>
    <dgm:pt modelId="{B9689CC8-E54A-4A49-8604-8B225EB864C3}" type="pres">
      <dgm:prSet presAssocID="{D2DDCBC5-A663-4E9C-8CE6-549B6EEBE1C9}" presName="bgRect" presStyleLbl="bgShp" presStyleIdx="0" presStyleCnt="3"/>
      <dgm:spPr/>
    </dgm:pt>
    <dgm:pt modelId="{FC5F4F32-B133-4E19-9D4A-C00007BDAED5}" type="pres">
      <dgm:prSet presAssocID="{D2DDCBC5-A663-4E9C-8CE6-549B6EEBE1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or"/>
        </a:ext>
      </dgm:extLst>
    </dgm:pt>
    <dgm:pt modelId="{6A3DCF22-51BA-4A51-917E-AC74A6426C04}" type="pres">
      <dgm:prSet presAssocID="{D2DDCBC5-A663-4E9C-8CE6-549B6EEBE1C9}" presName="spaceRect" presStyleCnt="0"/>
      <dgm:spPr/>
    </dgm:pt>
    <dgm:pt modelId="{1E0DC2B5-1001-406F-AC6F-DDADD5687B00}" type="pres">
      <dgm:prSet presAssocID="{D2DDCBC5-A663-4E9C-8CE6-549B6EEBE1C9}" presName="parTx" presStyleLbl="revTx" presStyleIdx="0" presStyleCnt="3">
        <dgm:presLayoutVars>
          <dgm:chMax val="0"/>
          <dgm:chPref val="0"/>
        </dgm:presLayoutVars>
      </dgm:prSet>
      <dgm:spPr/>
    </dgm:pt>
    <dgm:pt modelId="{1D6D6DFE-4C15-46DA-A4B0-77D9CB8C544A}" type="pres">
      <dgm:prSet presAssocID="{D85664E8-A7C7-49BB-A36D-0F10F29CAEAF}" presName="sibTrans" presStyleCnt="0"/>
      <dgm:spPr/>
    </dgm:pt>
    <dgm:pt modelId="{E97080FC-DD27-4D6D-A470-9B7FC79CDFE8}" type="pres">
      <dgm:prSet presAssocID="{03512D72-DCF3-4900-825D-DEF11233EAEE}" presName="compNode" presStyleCnt="0"/>
      <dgm:spPr/>
    </dgm:pt>
    <dgm:pt modelId="{ECF1F44F-7795-41E4-95E5-79638BFEBEBC}" type="pres">
      <dgm:prSet presAssocID="{03512D72-DCF3-4900-825D-DEF11233EAEE}" presName="bgRect" presStyleLbl="bgShp" presStyleIdx="1" presStyleCnt="3"/>
      <dgm:spPr/>
    </dgm:pt>
    <dgm:pt modelId="{2DBDBE80-A97E-4AE3-9E98-9A9D243D831D}" type="pres">
      <dgm:prSet presAssocID="{03512D72-DCF3-4900-825D-DEF11233EA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1B5E44F-3E28-41DD-91A0-3E1386636383}" type="pres">
      <dgm:prSet presAssocID="{03512D72-DCF3-4900-825D-DEF11233EAEE}" presName="spaceRect" presStyleCnt="0"/>
      <dgm:spPr/>
    </dgm:pt>
    <dgm:pt modelId="{11ECD014-671C-4BD8-ABA8-6418A67E640F}" type="pres">
      <dgm:prSet presAssocID="{03512D72-DCF3-4900-825D-DEF11233EAEE}" presName="parTx" presStyleLbl="revTx" presStyleIdx="1" presStyleCnt="3">
        <dgm:presLayoutVars>
          <dgm:chMax val="0"/>
          <dgm:chPref val="0"/>
        </dgm:presLayoutVars>
      </dgm:prSet>
      <dgm:spPr/>
    </dgm:pt>
    <dgm:pt modelId="{CA489FE6-8CD9-464A-BDFA-65C096616B8E}" type="pres">
      <dgm:prSet presAssocID="{4727D459-D110-480A-87E3-A0A2D45733FF}" presName="sibTrans" presStyleCnt="0"/>
      <dgm:spPr/>
    </dgm:pt>
    <dgm:pt modelId="{67140ED6-64F9-4F04-AABE-AC9CDF7D89B9}" type="pres">
      <dgm:prSet presAssocID="{2FAC5A51-F38A-4BC6-9528-52A9FAA97F53}" presName="compNode" presStyleCnt="0"/>
      <dgm:spPr/>
    </dgm:pt>
    <dgm:pt modelId="{E0FFD29B-644D-453B-87A1-59373EA21232}" type="pres">
      <dgm:prSet presAssocID="{2FAC5A51-F38A-4BC6-9528-52A9FAA97F53}" presName="bgRect" presStyleLbl="bgShp" presStyleIdx="2" presStyleCnt="3"/>
      <dgm:spPr/>
    </dgm:pt>
    <dgm:pt modelId="{8EB52AB8-869A-47A0-BE89-F251D7359B21}" type="pres">
      <dgm:prSet presAssocID="{2FAC5A51-F38A-4BC6-9528-52A9FAA97F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478D634F-B4E0-4606-BBAE-8C1D5AC6F7E1}" type="pres">
      <dgm:prSet presAssocID="{2FAC5A51-F38A-4BC6-9528-52A9FAA97F53}" presName="spaceRect" presStyleCnt="0"/>
      <dgm:spPr/>
    </dgm:pt>
    <dgm:pt modelId="{75319B86-C963-40E4-AC0A-1E05C7EA8241}" type="pres">
      <dgm:prSet presAssocID="{2FAC5A51-F38A-4BC6-9528-52A9FAA97F5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548F010-4109-4A50-807F-DA9A04B8C06B}" srcId="{C7939DE0-0664-4393-A369-CC8A49A0CCE9}" destId="{03512D72-DCF3-4900-825D-DEF11233EAEE}" srcOrd="1" destOrd="0" parTransId="{CAA98BA5-7664-4E6B-BDAE-84BFB50932A7}" sibTransId="{4727D459-D110-480A-87E3-A0A2D45733FF}"/>
    <dgm:cxn modelId="{867C7E27-25D8-4DDE-A362-E0888FC30A84}" srcId="{C7939DE0-0664-4393-A369-CC8A49A0CCE9}" destId="{2FAC5A51-F38A-4BC6-9528-52A9FAA97F53}" srcOrd="2" destOrd="0" parTransId="{4B085997-C2DE-4C64-9515-65D8BF1A4411}" sibTransId="{B4D25E91-5C62-43F5-801F-7ED677CAB9C6}"/>
    <dgm:cxn modelId="{C88E5F91-C17F-494C-B03A-D42610A755F5}" type="presOf" srcId="{03512D72-DCF3-4900-825D-DEF11233EAEE}" destId="{11ECD014-671C-4BD8-ABA8-6418A67E640F}" srcOrd="0" destOrd="0" presId="urn:microsoft.com/office/officeart/2018/2/layout/IconVerticalSolidList"/>
    <dgm:cxn modelId="{38D54295-8376-4C52-8FC0-271BF50B57F0}" type="presOf" srcId="{D2DDCBC5-A663-4E9C-8CE6-549B6EEBE1C9}" destId="{1E0DC2B5-1001-406F-AC6F-DDADD5687B00}" srcOrd="0" destOrd="0" presId="urn:microsoft.com/office/officeart/2018/2/layout/IconVerticalSolidList"/>
    <dgm:cxn modelId="{83F92E97-4D35-413A-A307-13248D846A8A}" type="presOf" srcId="{C7939DE0-0664-4393-A369-CC8A49A0CCE9}" destId="{C8E82179-3305-4810-BFF1-A19408DB3799}" srcOrd="0" destOrd="0" presId="urn:microsoft.com/office/officeart/2018/2/layout/IconVerticalSolidList"/>
    <dgm:cxn modelId="{BB0D78BC-EFEF-40FE-A11D-9DB9404F41DD}" srcId="{C7939DE0-0664-4393-A369-CC8A49A0CCE9}" destId="{D2DDCBC5-A663-4E9C-8CE6-549B6EEBE1C9}" srcOrd="0" destOrd="0" parTransId="{6C265BA3-3BAD-40B5-AF6E-C55F0324C1EE}" sibTransId="{D85664E8-A7C7-49BB-A36D-0F10F29CAEAF}"/>
    <dgm:cxn modelId="{5FD78CF6-4771-454F-92E8-8C511B6D8644}" type="presOf" srcId="{2FAC5A51-F38A-4BC6-9528-52A9FAA97F53}" destId="{75319B86-C963-40E4-AC0A-1E05C7EA8241}" srcOrd="0" destOrd="0" presId="urn:microsoft.com/office/officeart/2018/2/layout/IconVerticalSolidList"/>
    <dgm:cxn modelId="{78ACE084-A807-40C3-9D8D-8A757A99AB1D}" type="presParOf" srcId="{C8E82179-3305-4810-BFF1-A19408DB3799}" destId="{DEA2CA4F-D590-4AAC-AD44-ADB40EFE9165}" srcOrd="0" destOrd="0" presId="urn:microsoft.com/office/officeart/2018/2/layout/IconVerticalSolidList"/>
    <dgm:cxn modelId="{01340012-076E-480E-9AA3-7895070B29AE}" type="presParOf" srcId="{DEA2CA4F-D590-4AAC-AD44-ADB40EFE9165}" destId="{B9689CC8-E54A-4A49-8604-8B225EB864C3}" srcOrd="0" destOrd="0" presId="urn:microsoft.com/office/officeart/2018/2/layout/IconVerticalSolidList"/>
    <dgm:cxn modelId="{3E4B23CA-61E1-4BFE-9E1B-611B35393E28}" type="presParOf" srcId="{DEA2CA4F-D590-4AAC-AD44-ADB40EFE9165}" destId="{FC5F4F32-B133-4E19-9D4A-C00007BDAED5}" srcOrd="1" destOrd="0" presId="urn:microsoft.com/office/officeart/2018/2/layout/IconVerticalSolidList"/>
    <dgm:cxn modelId="{D8D33E8E-6551-4256-8299-CBCEB485C575}" type="presParOf" srcId="{DEA2CA4F-D590-4AAC-AD44-ADB40EFE9165}" destId="{6A3DCF22-51BA-4A51-917E-AC74A6426C04}" srcOrd="2" destOrd="0" presId="urn:microsoft.com/office/officeart/2018/2/layout/IconVerticalSolidList"/>
    <dgm:cxn modelId="{02F54916-33D5-4893-AF3A-B3ACED03B427}" type="presParOf" srcId="{DEA2CA4F-D590-4AAC-AD44-ADB40EFE9165}" destId="{1E0DC2B5-1001-406F-AC6F-DDADD5687B00}" srcOrd="3" destOrd="0" presId="urn:microsoft.com/office/officeart/2018/2/layout/IconVerticalSolidList"/>
    <dgm:cxn modelId="{A5B88157-33D7-4510-886A-C4E92F1400C8}" type="presParOf" srcId="{C8E82179-3305-4810-BFF1-A19408DB3799}" destId="{1D6D6DFE-4C15-46DA-A4B0-77D9CB8C544A}" srcOrd="1" destOrd="0" presId="urn:microsoft.com/office/officeart/2018/2/layout/IconVerticalSolidList"/>
    <dgm:cxn modelId="{B0E0FBB5-FB9C-4B70-9E3E-5A05CDABC89C}" type="presParOf" srcId="{C8E82179-3305-4810-BFF1-A19408DB3799}" destId="{E97080FC-DD27-4D6D-A470-9B7FC79CDFE8}" srcOrd="2" destOrd="0" presId="urn:microsoft.com/office/officeart/2018/2/layout/IconVerticalSolidList"/>
    <dgm:cxn modelId="{07784FF7-4CFB-45D1-AC79-11BB33D8A96C}" type="presParOf" srcId="{E97080FC-DD27-4D6D-A470-9B7FC79CDFE8}" destId="{ECF1F44F-7795-41E4-95E5-79638BFEBEBC}" srcOrd="0" destOrd="0" presId="urn:microsoft.com/office/officeart/2018/2/layout/IconVerticalSolidList"/>
    <dgm:cxn modelId="{4A5801D9-FB53-4638-AD93-E01B410438F0}" type="presParOf" srcId="{E97080FC-DD27-4D6D-A470-9B7FC79CDFE8}" destId="{2DBDBE80-A97E-4AE3-9E98-9A9D243D831D}" srcOrd="1" destOrd="0" presId="urn:microsoft.com/office/officeart/2018/2/layout/IconVerticalSolidList"/>
    <dgm:cxn modelId="{B64965ED-6DB1-41E5-AB33-CE31B97EE2D2}" type="presParOf" srcId="{E97080FC-DD27-4D6D-A470-9B7FC79CDFE8}" destId="{51B5E44F-3E28-41DD-91A0-3E1386636383}" srcOrd="2" destOrd="0" presId="urn:microsoft.com/office/officeart/2018/2/layout/IconVerticalSolidList"/>
    <dgm:cxn modelId="{BA647E0A-BB56-445E-ACC7-A4BC10890E9D}" type="presParOf" srcId="{E97080FC-DD27-4D6D-A470-9B7FC79CDFE8}" destId="{11ECD014-671C-4BD8-ABA8-6418A67E640F}" srcOrd="3" destOrd="0" presId="urn:microsoft.com/office/officeart/2018/2/layout/IconVerticalSolidList"/>
    <dgm:cxn modelId="{B1B7DC01-9EB6-42C6-A100-4691D5FBD290}" type="presParOf" srcId="{C8E82179-3305-4810-BFF1-A19408DB3799}" destId="{CA489FE6-8CD9-464A-BDFA-65C096616B8E}" srcOrd="3" destOrd="0" presId="urn:microsoft.com/office/officeart/2018/2/layout/IconVerticalSolidList"/>
    <dgm:cxn modelId="{1C539C75-0CA0-4F5D-8292-EB517C6AAFAF}" type="presParOf" srcId="{C8E82179-3305-4810-BFF1-A19408DB3799}" destId="{67140ED6-64F9-4F04-AABE-AC9CDF7D89B9}" srcOrd="4" destOrd="0" presId="urn:microsoft.com/office/officeart/2018/2/layout/IconVerticalSolidList"/>
    <dgm:cxn modelId="{6C3A06B6-46D8-4D11-B043-BE2A804DA595}" type="presParOf" srcId="{67140ED6-64F9-4F04-AABE-AC9CDF7D89B9}" destId="{E0FFD29B-644D-453B-87A1-59373EA21232}" srcOrd="0" destOrd="0" presId="urn:microsoft.com/office/officeart/2018/2/layout/IconVerticalSolidList"/>
    <dgm:cxn modelId="{48A63281-1D84-4673-B15A-A8F280230733}" type="presParOf" srcId="{67140ED6-64F9-4F04-AABE-AC9CDF7D89B9}" destId="{8EB52AB8-869A-47A0-BE89-F251D7359B21}" srcOrd="1" destOrd="0" presId="urn:microsoft.com/office/officeart/2018/2/layout/IconVerticalSolidList"/>
    <dgm:cxn modelId="{EF57F4B2-B766-435B-BB36-873D0341F2F8}" type="presParOf" srcId="{67140ED6-64F9-4F04-AABE-AC9CDF7D89B9}" destId="{478D634F-B4E0-4606-BBAE-8C1D5AC6F7E1}" srcOrd="2" destOrd="0" presId="urn:microsoft.com/office/officeart/2018/2/layout/IconVerticalSolidList"/>
    <dgm:cxn modelId="{3A4C2142-FAC6-4CE9-A2CD-4A138C02E73A}" type="presParOf" srcId="{67140ED6-64F9-4F04-AABE-AC9CDF7D89B9}" destId="{75319B86-C963-40E4-AC0A-1E05C7EA82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6690A2-7B13-46E0-91E2-267FED8E820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20F2481-9F39-41EA-9408-CE67F4BE7A09}">
      <dgm:prSet/>
      <dgm:spPr/>
      <dgm:t>
        <a:bodyPr/>
        <a:lstStyle/>
        <a:p>
          <a:r>
            <a:rPr lang="en-US"/>
            <a:t>Get-ExecutionPolicy</a:t>
          </a:r>
        </a:p>
      </dgm:t>
    </dgm:pt>
    <dgm:pt modelId="{2412C193-8243-4F6B-8938-89B2C752063E}" type="parTrans" cxnId="{267EA709-8441-41DE-AF91-C508FF73217D}">
      <dgm:prSet/>
      <dgm:spPr/>
      <dgm:t>
        <a:bodyPr/>
        <a:lstStyle/>
        <a:p>
          <a:endParaRPr lang="en-US"/>
        </a:p>
      </dgm:t>
    </dgm:pt>
    <dgm:pt modelId="{42FB8608-D20F-4A68-A8EB-6F0E9563A892}" type="sibTrans" cxnId="{267EA709-8441-41DE-AF91-C508FF73217D}">
      <dgm:prSet/>
      <dgm:spPr/>
      <dgm:t>
        <a:bodyPr/>
        <a:lstStyle/>
        <a:p>
          <a:endParaRPr lang="en-US"/>
        </a:p>
      </dgm:t>
    </dgm:pt>
    <dgm:pt modelId="{4D9965DE-605F-42D8-A19C-F8330912D221}">
      <dgm:prSet/>
      <dgm:spPr/>
      <dgm:t>
        <a:bodyPr/>
        <a:lstStyle/>
        <a:p>
          <a:r>
            <a:rPr lang="en-US"/>
            <a:t>Set-ExecutionPolicy -Scope CurrentUser RemoteSigned</a:t>
          </a:r>
        </a:p>
      </dgm:t>
    </dgm:pt>
    <dgm:pt modelId="{013B6BAF-CE35-4CD6-A665-A4E132FD7287}" type="parTrans" cxnId="{A9DF6A1E-73B1-4AEC-B12A-26F5140F9460}">
      <dgm:prSet/>
      <dgm:spPr/>
      <dgm:t>
        <a:bodyPr/>
        <a:lstStyle/>
        <a:p>
          <a:endParaRPr lang="en-US"/>
        </a:p>
      </dgm:t>
    </dgm:pt>
    <dgm:pt modelId="{2C434170-93E4-4304-A68B-7B66EBFC24B5}" type="sibTrans" cxnId="{A9DF6A1E-73B1-4AEC-B12A-26F5140F9460}">
      <dgm:prSet/>
      <dgm:spPr/>
      <dgm:t>
        <a:bodyPr/>
        <a:lstStyle/>
        <a:p>
          <a:endParaRPr lang="en-US"/>
        </a:p>
      </dgm:t>
    </dgm:pt>
    <dgm:pt modelId="{B6F11CF5-C74F-4BE0-87E9-E2F748C2026E}">
      <dgm:prSet/>
      <dgm:spPr/>
      <dgm:t>
        <a:bodyPr/>
        <a:lstStyle/>
        <a:p>
          <a:r>
            <a:rPr lang="en-US"/>
            <a:t>Get-ExecutionPolicy</a:t>
          </a:r>
        </a:p>
      </dgm:t>
    </dgm:pt>
    <dgm:pt modelId="{9E65F4D4-9FFF-4220-AFEC-A3A5117FA6DA}" type="parTrans" cxnId="{4E3E7248-19EA-4B03-9F8A-2178A231AC92}">
      <dgm:prSet/>
      <dgm:spPr/>
      <dgm:t>
        <a:bodyPr/>
        <a:lstStyle/>
        <a:p>
          <a:endParaRPr lang="en-US"/>
        </a:p>
      </dgm:t>
    </dgm:pt>
    <dgm:pt modelId="{8D6DCD85-C449-441D-87B4-7674FB776B67}" type="sibTrans" cxnId="{4E3E7248-19EA-4B03-9F8A-2178A231AC92}">
      <dgm:prSet/>
      <dgm:spPr/>
      <dgm:t>
        <a:bodyPr/>
        <a:lstStyle/>
        <a:p>
          <a:endParaRPr lang="en-US"/>
        </a:p>
      </dgm:t>
    </dgm:pt>
    <dgm:pt modelId="{3FD981AC-6A14-46FF-882E-059B62B66EE0}" type="pres">
      <dgm:prSet presAssocID="{5E6690A2-7B13-46E0-91E2-267FED8E820C}" presName="vert0" presStyleCnt="0">
        <dgm:presLayoutVars>
          <dgm:dir/>
          <dgm:animOne val="branch"/>
          <dgm:animLvl val="lvl"/>
        </dgm:presLayoutVars>
      </dgm:prSet>
      <dgm:spPr/>
    </dgm:pt>
    <dgm:pt modelId="{DF276A1D-237D-45F1-BA50-D8C1CAF51894}" type="pres">
      <dgm:prSet presAssocID="{C20F2481-9F39-41EA-9408-CE67F4BE7A09}" presName="thickLine" presStyleLbl="alignNode1" presStyleIdx="0" presStyleCnt="3"/>
      <dgm:spPr/>
    </dgm:pt>
    <dgm:pt modelId="{63429D30-15AA-4628-A3DD-65FAB8BCD1B4}" type="pres">
      <dgm:prSet presAssocID="{C20F2481-9F39-41EA-9408-CE67F4BE7A09}" presName="horz1" presStyleCnt="0"/>
      <dgm:spPr/>
    </dgm:pt>
    <dgm:pt modelId="{A7659561-AB0B-4BFC-A767-4C577EE1D99F}" type="pres">
      <dgm:prSet presAssocID="{C20F2481-9F39-41EA-9408-CE67F4BE7A09}" presName="tx1" presStyleLbl="revTx" presStyleIdx="0" presStyleCnt="3"/>
      <dgm:spPr/>
    </dgm:pt>
    <dgm:pt modelId="{879EB374-705C-4B81-B89A-8A875F173F35}" type="pres">
      <dgm:prSet presAssocID="{C20F2481-9F39-41EA-9408-CE67F4BE7A09}" presName="vert1" presStyleCnt="0"/>
      <dgm:spPr/>
    </dgm:pt>
    <dgm:pt modelId="{AC6111C2-4749-4B1D-B0E6-72434F2FF694}" type="pres">
      <dgm:prSet presAssocID="{4D9965DE-605F-42D8-A19C-F8330912D221}" presName="thickLine" presStyleLbl="alignNode1" presStyleIdx="1" presStyleCnt="3"/>
      <dgm:spPr/>
    </dgm:pt>
    <dgm:pt modelId="{F39E553E-5BA7-4751-8C6A-ACEB481098F6}" type="pres">
      <dgm:prSet presAssocID="{4D9965DE-605F-42D8-A19C-F8330912D221}" presName="horz1" presStyleCnt="0"/>
      <dgm:spPr/>
    </dgm:pt>
    <dgm:pt modelId="{D8B80E7D-C139-44A7-8E76-51E936D01F98}" type="pres">
      <dgm:prSet presAssocID="{4D9965DE-605F-42D8-A19C-F8330912D221}" presName="tx1" presStyleLbl="revTx" presStyleIdx="1" presStyleCnt="3"/>
      <dgm:spPr/>
    </dgm:pt>
    <dgm:pt modelId="{A525013B-71A0-430C-BAFF-AC7DA1993BA7}" type="pres">
      <dgm:prSet presAssocID="{4D9965DE-605F-42D8-A19C-F8330912D221}" presName="vert1" presStyleCnt="0"/>
      <dgm:spPr/>
    </dgm:pt>
    <dgm:pt modelId="{0796CF97-6820-4762-84D4-5381F138707C}" type="pres">
      <dgm:prSet presAssocID="{B6F11CF5-C74F-4BE0-87E9-E2F748C2026E}" presName="thickLine" presStyleLbl="alignNode1" presStyleIdx="2" presStyleCnt="3"/>
      <dgm:spPr/>
    </dgm:pt>
    <dgm:pt modelId="{0B0BAA42-E41A-41E4-AEF9-B7F324F94CF7}" type="pres">
      <dgm:prSet presAssocID="{B6F11CF5-C74F-4BE0-87E9-E2F748C2026E}" presName="horz1" presStyleCnt="0"/>
      <dgm:spPr/>
    </dgm:pt>
    <dgm:pt modelId="{F767F92D-5615-4B39-81C7-1835133A018A}" type="pres">
      <dgm:prSet presAssocID="{B6F11CF5-C74F-4BE0-87E9-E2F748C2026E}" presName="tx1" presStyleLbl="revTx" presStyleIdx="2" presStyleCnt="3"/>
      <dgm:spPr/>
    </dgm:pt>
    <dgm:pt modelId="{3CF9800B-4431-4255-89AE-C7809336E68C}" type="pres">
      <dgm:prSet presAssocID="{B6F11CF5-C74F-4BE0-87E9-E2F748C2026E}" presName="vert1" presStyleCnt="0"/>
      <dgm:spPr/>
    </dgm:pt>
  </dgm:ptLst>
  <dgm:cxnLst>
    <dgm:cxn modelId="{267EA709-8441-41DE-AF91-C508FF73217D}" srcId="{5E6690A2-7B13-46E0-91E2-267FED8E820C}" destId="{C20F2481-9F39-41EA-9408-CE67F4BE7A09}" srcOrd="0" destOrd="0" parTransId="{2412C193-8243-4F6B-8938-89B2C752063E}" sibTransId="{42FB8608-D20F-4A68-A8EB-6F0E9563A892}"/>
    <dgm:cxn modelId="{A9DF6A1E-73B1-4AEC-B12A-26F5140F9460}" srcId="{5E6690A2-7B13-46E0-91E2-267FED8E820C}" destId="{4D9965DE-605F-42D8-A19C-F8330912D221}" srcOrd="1" destOrd="0" parTransId="{013B6BAF-CE35-4CD6-A665-A4E132FD7287}" sibTransId="{2C434170-93E4-4304-A68B-7B66EBFC24B5}"/>
    <dgm:cxn modelId="{4E3E7248-19EA-4B03-9F8A-2178A231AC92}" srcId="{5E6690A2-7B13-46E0-91E2-267FED8E820C}" destId="{B6F11CF5-C74F-4BE0-87E9-E2F748C2026E}" srcOrd="2" destOrd="0" parTransId="{9E65F4D4-9FFF-4220-AFEC-A3A5117FA6DA}" sibTransId="{8D6DCD85-C449-441D-87B4-7674FB776B67}"/>
    <dgm:cxn modelId="{D0F26B54-599B-4702-937A-D87F6DF2EC07}" type="presOf" srcId="{C20F2481-9F39-41EA-9408-CE67F4BE7A09}" destId="{A7659561-AB0B-4BFC-A767-4C577EE1D99F}" srcOrd="0" destOrd="0" presId="urn:microsoft.com/office/officeart/2008/layout/LinedList"/>
    <dgm:cxn modelId="{D9DB1585-7E20-41F9-A373-DEBA23AC835A}" type="presOf" srcId="{4D9965DE-605F-42D8-A19C-F8330912D221}" destId="{D8B80E7D-C139-44A7-8E76-51E936D01F98}" srcOrd="0" destOrd="0" presId="urn:microsoft.com/office/officeart/2008/layout/LinedList"/>
    <dgm:cxn modelId="{E6133CCA-3838-4DE4-AB96-500991493C18}" type="presOf" srcId="{B6F11CF5-C74F-4BE0-87E9-E2F748C2026E}" destId="{F767F92D-5615-4B39-81C7-1835133A018A}" srcOrd="0" destOrd="0" presId="urn:microsoft.com/office/officeart/2008/layout/LinedList"/>
    <dgm:cxn modelId="{DC21C1F9-4EAE-4450-831D-105AFCA27CEC}" type="presOf" srcId="{5E6690A2-7B13-46E0-91E2-267FED8E820C}" destId="{3FD981AC-6A14-46FF-882E-059B62B66EE0}" srcOrd="0" destOrd="0" presId="urn:microsoft.com/office/officeart/2008/layout/LinedList"/>
    <dgm:cxn modelId="{F8A6AAF3-BB23-4832-8922-7E4F9E0EF6E6}" type="presParOf" srcId="{3FD981AC-6A14-46FF-882E-059B62B66EE0}" destId="{DF276A1D-237D-45F1-BA50-D8C1CAF51894}" srcOrd="0" destOrd="0" presId="urn:microsoft.com/office/officeart/2008/layout/LinedList"/>
    <dgm:cxn modelId="{B19BE898-0179-4E42-9852-902A255E6E37}" type="presParOf" srcId="{3FD981AC-6A14-46FF-882E-059B62B66EE0}" destId="{63429D30-15AA-4628-A3DD-65FAB8BCD1B4}" srcOrd="1" destOrd="0" presId="urn:microsoft.com/office/officeart/2008/layout/LinedList"/>
    <dgm:cxn modelId="{14AF1514-B201-4271-8CCB-47A6953FE605}" type="presParOf" srcId="{63429D30-15AA-4628-A3DD-65FAB8BCD1B4}" destId="{A7659561-AB0B-4BFC-A767-4C577EE1D99F}" srcOrd="0" destOrd="0" presId="urn:microsoft.com/office/officeart/2008/layout/LinedList"/>
    <dgm:cxn modelId="{0DF2A65A-F23E-4BE3-9B08-AEB69FEB485A}" type="presParOf" srcId="{63429D30-15AA-4628-A3DD-65FAB8BCD1B4}" destId="{879EB374-705C-4B81-B89A-8A875F173F35}" srcOrd="1" destOrd="0" presId="urn:microsoft.com/office/officeart/2008/layout/LinedList"/>
    <dgm:cxn modelId="{1545A41B-981F-4349-B2CE-9DA1194BD960}" type="presParOf" srcId="{3FD981AC-6A14-46FF-882E-059B62B66EE0}" destId="{AC6111C2-4749-4B1D-B0E6-72434F2FF694}" srcOrd="2" destOrd="0" presId="urn:microsoft.com/office/officeart/2008/layout/LinedList"/>
    <dgm:cxn modelId="{BCBEE2F7-E6A0-490C-A7E8-57C5C2A29C05}" type="presParOf" srcId="{3FD981AC-6A14-46FF-882E-059B62B66EE0}" destId="{F39E553E-5BA7-4751-8C6A-ACEB481098F6}" srcOrd="3" destOrd="0" presId="urn:microsoft.com/office/officeart/2008/layout/LinedList"/>
    <dgm:cxn modelId="{60ACA595-A666-4CAE-9514-869664C7C844}" type="presParOf" srcId="{F39E553E-5BA7-4751-8C6A-ACEB481098F6}" destId="{D8B80E7D-C139-44A7-8E76-51E936D01F98}" srcOrd="0" destOrd="0" presId="urn:microsoft.com/office/officeart/2008/layout/LinedList"/>
    <dgm:cxn modelId="{DFC85425-5D53-47F7-8D14-86B30EC3492A}" type="presParOf" srcId="{F39E553E-5BA7-4751-8C6A-ACEB481098F6}" destId="{A525013B-71A0-430C-BAFF-AC7DA1993BA7}" srcOrd="1" destOrd="0" presId="urn:microsoft.com/office/officeart/2008/layout/LinedList"/>
    <dgm:cxn modelId="{B4DEBD30-F268-42A0-B7E2-E4C79375AA69}" type="presParOf" srcId="{3FD981AC-6A14-46FF-882E-059B62B66EE0}" destId="{0796CF97-6820-4762-84D4-5381F138707C}" srcOrd="4" destOrd="0" presId="urn:microsoft.com/office/officeart/2008/layout/LinedList"/>
    <dgm:cxn modelId="{9A387D45-BBF2-42CD-94A0-195650205D39}" type="presParOf" srcId="{3FD981AC-6A14-46FF-882E-059B62B66EE0}" destId="{0B0BAA42-E41A-41E4-AEF9-B7F324F94CF7}" srcOrd="5" destOrd="0" presId="urn:microsoft.com/office/officeart/2008/layout/LinedList"/>
    <dgm:cxn modelId="{419590DD-53EF-4B3F-977C-062C2ABFE27E}" type="presParOf" srcId="{0B0BAA42-E41A-41E4-AEF9-B7F324F94CF7}" destId="{F767F92D-5615-4B39-81C7-1835133A018A}" srcOrd="0" destOrd="0" presId="urn:microsoft.com/office/officeart/2008/layout/LinedList"/>
    <dgm:cxn modelId="{C3674A97-335D-484F-8306-9809B476FBCA}" type="presParOf" srcId="{0B0BAA42-E41A-41E4-AEF9-B7F324F94CF7}" destId="{3CF9800B-4431-4255-89AE-C7809336E6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C7D118-1BA0-472E-A314-B38B0A9F376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750717-8E9B-4621-9FEE-090CAF9A9859}">
      <dgm:prSet/>
      <dgm:spPr/>
      <dgm:t>
        <a:bodyPr/>
        <a:lstStyle/>
        <a:p>
          <a:r>
            <a:rPr lang="en-US"/>
            <a:t>1. Ver la política de ejecución actual</a:t>
          </a:r>
        </a:p>
      </dgm:t>
    </dgm:pt>
    <dgm:pt modelId="{FD57B2AF-7E6B-4EBD-AC6A-662DC1578235}" type="parTrans" cxnId="{ACBB7525-B049-48BA-978A-72744BF8DC1A}">
      <dgm:prSet/>
      <dgm:spPr/>
      <dgm:t>
        <a:bodyPr/>
        <a:lstStyle/>
        <a:p>
          <a:endParaRPr lang="en-US"/>
        </a:p>
      </dgm:t>
    </dgm:pt>
    <dgm:pt modelId="{874E30E1-4560-4AD3-B428-730170137983}" type="sibTrans" cxnId="{ACBB7525-B049-48BA-978A-72744BF8DC1A}">
      <dgm:prSet/>
      <dgm:spPr/>
      <dgm:t>
        <a:bodyPr/>
        <a:lstStyle/>
        <a:p>
          <a:endParaRPr lang="en-US"/>
        </a:p>
      </dgm:t>
    </dgm:pt>
    <dgm:pt modelId="{B59BB24B-BC7A-44EB-8DB8-3D011F588424}">
      <dgm:prSet/>
      <dgm:spPr/>
      <dgm:t>
        <a:bodyPr/>
        <a:lstStyle/>
        <a:p>
          <a:r>
            <a:rPr lang="en-US"/>
            <a:t>2. Cambiarla a RemoteSigned</a:t>
          </a:r>
        </a:p>
      </dgm:t>
    </dgm:pt>
    <dgm:pt modelId="{2455E0B4-0BDB-43E1-9B32-1E36782AA051}" type="parTrans" cxnId="{EFF96821-C262-4122-9B7B-97656CE7D4FE}">
      <dgm:prSet/>
      <dgm:spPr/>
      <dgm:t>
        <a:bodyPr/>
        <a:lstStyle/>
        <a:p>
          <a:endParaRPr lang="en-US"/>
        </a:p>
      </dgm:t>
    </dgm:pt>
    <dgm:pt modelId="{53043D0B-A418-493E-8069-1A79148205D4}" type="sibTrans" cxnId="{EFF96821-C262-4122-9B7B-97656CE7D4FE}">
      <dgm:prSet/>
      <dgm:spPr/>
      <dgm:t>
        <a:bodyPr/>
        <a:lstStyle/>
        <a:p>
          <a:endParaRPr lang="en-US"/>
        </a:p>
      </dgm:t>
    </dgm:pt>
    <dgm:pt modelId="{16E04718-9921-4328-9CE1-20FB68311713}">
      <dgm:prSet/>
      <dgm:spPr/>
      <dgm:t>
        <a:bodyPr/>
        <a:lstStyle/>
        <a:p>
          <a:r>
            <a:rPr lang="en-US"/>
            <a:t>3. Listar permisos de una carpeta</a:t>
          </a:r>
        </a:p>
      </dgm:t>
    </dgm:pt>
    <dgm:pt modelId="{448C4488-41EA-4528-9174-189078065241}" type="parTrans" cxnId="{B2AC79E9-DF91-413B-AF1F-B9B9B69F35C8}">
      <dgm:prSet/>
      <dgm:spPr/>
      <dgm:t>
        <a:bodyPr/>
        <a:lstStyle/>
        <a:p>
          <a:endParaRPr lang="en-US"/>
        </a:p>
      </dgm:t>
    </dgm:pt>
    <dgm:pt modelId="{5102E6FD-5A92-4053-9D6B-38F26CBA66C0}" type="sibTrans" cxnId="{B2AC79E9-DF91-413B-AF1F-B9B9B69F35C8}">
      <dgm:prSet/>
      <dgm:spPr/>
      <dgm:t>
        <a:bodyPr/>
        <a:lstStyle/>
        <a:p>
          <a:endParaRPr lang="en-US"/>
        </a:p>
      </dgm:t>
    </dgm:pt>
    <dgm:pt modelId="{2B15B8F4-7BBD-4F73-A96A-876816B4B162}">
      <dgm:prSet/>
      <dgm:spPr/>
      <dgm:t>
        <a:bodyPr/>
        <a:lstStyle/>
        <a:p>
          <a:r>
            <a:rPr lang="en-US"/>
            <a:t>4. Conceder permisos de lectura a un usuario</a:t>
          </a:r>
        </a:p>
      </dgm:t>
    </dgm:pt>
    <dgm:pt modelId="{437B1D7E-0E17-4D7C-AFC3-4168C41C4E48}" type="parTrans" cxnId="{6E625CCC-0139-4B1E-B5DE-9B8EB1C59C70}">
      <dgm:prSet/>
      <dgm:spPr/>
      <dgm:t>
        <a:bodyPr/>
        <a:lstStyle/>
        <a:p>
          <a:endParaRPr lang="en-US"/>
        </a:p>
      </dgm:t>
    </dgm:pt>
    <dgm:pt modelId="{5F015391-D64A-48BE-87F1-0D448D6355E9}" type="sibTrans" cxnId="{6E625CCC-0139-4B1E-B5DE-9B8EB1C59C70}">
      <dgm:prSet/>
      <dgm:spPr/>
      <dgm:t>
        <a:bodyPr/>
        <a:lstStyle/>
        <a:p>
          <a:endParaRPr lang="en-US"/>
        </a:p>
      </dgm:t>
    </dgm:pt>
    <dgm:pt modelId="{EB4F804B-5517-499A-9C49-7D2E1BC31A2D}" type="pres">
      <dgm:prSet presAssocID="{F3C7D118-1BA0-472E-A314-B38B0A9F3762}" presName="linear" presStyleCnt="0">
        <dgm:presLayoutVars>
          <dgm:animLvl val="lvl"/>
          <dgm:resizeHandles val="exact"/>
        </dgm:presLayoutVars>
      </dgm:prSet>
      <dgm:spPr/>
    </dgm:pt>
    <dgm:pt modelId="{7A3E3594-364E-4AA2-A979-2BBF6550054D}" type="pres">
      <dgm:prSet presAssocID="{11750717-8E9B-4621-9FEE-090CAF9A98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5E4E6C-0B2A-4AF3-B14B-5B2EE8AAB97A}" type="pres">
      <dgm:prSet presAssocID="{874E30E1-4560-4AD3-B428-730170137983}" presName="spacer" presStyleCnt="0"/>
      <dgm:spPr/>
    </dgm:pt>
    <dgm:pt modelId="{E7DB7486-4A80-4FB8-B98D-90818D2AB9F6}" type="pres">
      <dgm:prSet presAssocID="{B59BB24B-BC7A-44EB-8DB8-3D011F58842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D99801-ACAF-4329-8E39-D39C1F85663F}" type="pres">
      <dgm:prSet presAssocID="{53043D0B-A418-493E-8069-1A79148205D4}" presName="spacer" presStyleCnt="0"/>
      <dgm:spPr/>
    </dgm:pt>
    <dgm:pt modelId="{C7933E13-0AD0-41ED-8D67-2E50F4F8E6E4}" type="pres">
      <dgm:prSet presAssocID="{16E04718-9921-4328-9CE1-20FB6831171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AF5F5F3-6A0B-406D-82F0-CC23F3A1EBF4}" type="pres">
      <dgm:prSet presAssocID="{5102E6FD-5A92-4053-9D6B-38F26CBA66C0}" presName="spacer" presStyleCnt="0"/>
      <dgm:spPr/>
    </dgm:pt>
    <dgm:pt modelId="{65FD3E27-66D4-413C-843B-DA186F04E6AC}" type="pres">
      <dgm:prSet presAssocID="{2B15B8F4-7BBD-4F73-A96A-876816B4B16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2F1021-EB21-40E6-A189-315F268DEFA4}" type="presOf" srcId="{F3C7D118-1BA0-472E-A314-B38B0A9F3762}" destId="{EB4F804B-5517-499A-9C49-7D2E1BC31A2D}" srcOrd="0" destOrd="0" presId="urn:microsoft.com/office/officeart/2005/8/layout/vList2"/>
    <dgm:cxn modelId="{EFF96821-C262-4122-9B7B-97656CE7D4FE}" srcId="{F3C7D118-1BA0-472E-A314-B38B0A9F3762}" destId="{B59BB24B-BC7A-44EB-8DB8-3D011F588424}" srcOrd="1" destOrd="0" parTransId="{2455E0B4-0BDB-43E1-9B32-1E36782AA051}" sibTransId="{53043D0B-A418-493E-8069-1A79148205D4}"/>
    <dgm:cxn modelId="{ACBB7525-B049-48BA-978A-72744BF8DC1A}" srcId="{F3C7D118-1BA0-472E-A314-B38B0A9F3762}" destId="{11750717-8E9B-4621-9FEE-090CAF9A9859}" srcOrd="0" destOrd="0" parTransId="{FD57B2AF-7E6B-4EBD-AC6A-662DC1578235}" sibTransId="{874E30E1-4560-4AD3-B428-730170137983}"/>
    <dgm:cxn modelId="{916F9925-6ABC-4797-BB53-866E876BBAED}" type="presOf" srcId="{11750717-8E9B-4621-9FEE-090CAF9A9859}" destId="{7A3E3594-364E-4AA2-A979-2BBF6550054D}" srcOrd="0" destOrd="0" presId="urn:microsoft.com/office/officeart/2005/8/layout/vList2"/>
    <dgm:cxn modelId="{7F929553-5BBE-4F97-86A0-E16731FA22C6}" type="presOf" srcId="{2B15B8F4-7BBD-4F73-A96A-876816B4B162}" destId="{65FD3E27-66D4-413C-843B-DA186F04E6AC}" srcOrd="0" destOrd="0" presId="urn:microsoft.com/office/officeart/2005/8/layout/vList2"/>
    <dgm:cxn modelId="{A5FF9AA1-8F16-4A21-8094-6BB06ED7CC4D}" type="presOf" srcId="{B59BB24B-BC7A-44EB-8DB8-3D011F588424}" destId="{E7DB7486-4A80-4FB8-B98D-90818D2AB9F6}" srcOrd="0" destOrd="0" presId="urn:microsoft.com/office/officeart/2005/8/layout/vList2"/>
    <dgm:cxn modelId="{6E625CCC-0139-4B1E-B5DE-9B8EB1C59C70}" srcId="{F3C7D118-1BA0-472E-A314-B38B0A9F3762}" destId="{2B15B8F4-7BBD-4F73-A96A-876816B4B162}" srcOrd="3" destOrd="0" parTransId="{437B1D7E-0E17-4D7C-AFC3-4168C41C4E48}" sibTransId="{5F015391-D64A-48BE-87F1-0D448D6355E9}"/>
    <dgm:cxn modelId="{428FC1E5-83A4-424E-977B-74840A75A254}" type="presOf" srcId="{16E04718-9921-4328-9CE1-20FB68311713}" destId="{C7933E13-0AD0-41ED-8D67-2E50F4F8E6E4}" srcOrd="0" destOrd="0" presId="urn:microsoft.com/office/officeart/2005/8/layout/vList2"/>
    <dgm:cxn modelId="{B2AC79E9-DF91-413B-AF1F-B9B9B69F35C8}" srcId="{F3C7D118-1BA0-472E-A314-B38B0A9F3762}" destId="{16E04718-9921-4328-9CE1-20FB68311713}" srcOrd="2" destOrd="0" parTransId="{448C4488-41EA-4528-9174-189078065241}" sibTransId="{5102E6FD-5A92-4053-9D6B-38F26CBA66C0}"/>
    <dgm:cxn modelId="{E18F71C3-57E5-4C1A-B884-F89AFC941046}" type="presParOf" srcId="{EB4F804B-5517-499A-9C49-7D2E1BC31A2D}" destId="{7A3E3594-364E-4AA2-A979-2BBF6550054D}" srcOrd="0" destOrd="0" presId="urn:microsoft.com/office/officeart/2005/8/layout/vList2"/>
    <dgm:cxn modelId="{A48C892F-B0A1-40D8-834A-15F90588A1AD}" type="presParOf" srcId="{EB4F804B-5517-499A-9C49-7D2E1BC31A2D}" destId="{2A5E4E6C-0B2A-4AF3-B14B-5B2EE8AAB97A}" srcOrd="1" destOrd="0" presId="urn:microsoft.com/office/officeart/2005/8/layout/vList2"/>
    <dgm:cxn modelId="{AC327373-D11F-45B3-91FD-BB8EE3AD306E}" type="presParOf" srcId="{EB4F804B-5517-499A-9C49-7D2E1BC31A2D}" destId="{E7DB7486-4A80-4FB8-B98D-90818D2AB9F6}" srcOrd="2" destOrd="0" presId="urn:microsoft.com/office/officeart/2005/8/layout/vList2"/>
    <dgm:cxn modelId="{2ADD1E8B-E3A0-44D5-9273-BBD0FA38192D}" type="presParOf" srcId="{EB4F804B-5517-499A-9C49-7D2E1BC31A2D}" destId="{A5D99801-ACAF-4329-8E39-D39C1F85663F}" srcOrd="3" destOrd="0" presId="urn:microsoft.com/office/officeart/2005/8/layout/vList2"/>
    <dgm:cxn modelId="{222825AB-068B-46C2-977F-DD7EB0AF2C5A}" type="presParOf" srcId="{EB4F804B-5517-499A-9C49-7D2E1BC31A2D}" destId="{C7933E13-0AD0-41ED-8D67-2E50F4F8E6E4}" srcOrd="4" destOrd="0" presId="urn:microsoft.com/office/officeart/2005/8/layout/vList2"/>
    <dgm:cxn modelId="{BC5EE3C0-848E-4E31-8A45-A46D0F22A11E}" type="presParOf" srcId="{EB4F804B-5517-499A-9C49-7D2E1BC31A2D}" destId="{DAF5F5F3-6A0B-406D-82F0-CC23F3A1EBF4}" srcOrd="5" destOrd="0" presId="urn:microsoft.com/office/officeart/2005/8/layout/vList2"/>
    <dgm:cxn modelId="{B5253560-1B46-495A-BF88-A8475AB901E9}" type="presParOf" srcId="{EB4F804B-5517-499A-9C49-7D2E1BC31A2D}" destId="{65FD3E27-66D4-413C-843B-DA186F04E6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D5B246-FD02-481D-BAB8-DD4D7D73B3E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AEA6F9E-8905-4092-B073-37CA561F16C8}">
      <dgm:prSet custT="1"/>
      <dgm:spPr/>
      <dgm:t>
        <a:bodyPr/>
        <a:lstStyle/>
        <a:p>
          <a:r>
            <a:rPr lang="en-US" sz="1800"/>
            <a:t>• Get-Acl → Obtener permisos</a:t>
          </a:r>
        </a:p>
      </dgm:t>
    </dgm:pt>
    <dgm:pt modelId="{F60AEFEC-9AAA-40F3-8289-47A24A3A3AFE}" type="parTrans" cxnId="{CB02191D-CCAE-4F78-B97A-EC4175949010}">
      <dgm:prSet/>
      <dgm:spPr/>
      <dgm:t>
        <a:bodyPr/>
        <a:lstStyle/>
        <a:p>
          <a:endParaRPr lang="en-US" sz="4000"/>
        </a:p>
      </dgm:t>
    </dgm:pt>
    <dgm:pt modelId="{B02ABB6E-CF90-4B81-9418-DF10DA3B101A}" type="sibTrans" cxnId="{CB02191D-CCAE-4F78-B97A-EC4175949010}">
      <dgm:prSet/>
      <dgm:spPr/>
      <dgm:t>
        <a:bodyPr/>
        <a:lstStyle/>
        <a:p>
          <a:endParaRPr lang="en-US" sz="4000"/>
        </a:p>
      </dgm:t>
    </dgm:pt>
    <dgm:pt modelId="{4206F6A0-3AA1-4D67-B567-658BDEF62500}">
      <dgm:prSet custT="1"/>
      <dgm:spPr/>
      <dgm:t>
        <a:bodyPr/>
        <a:lstStyle/>
        <a:p>
          <a:r>
            <a:rPr lang="en-US" sz="1800"/>
            <a:t>• Set-Acl → Asignar permisos</a:t>
          </a:r>
        </a:p>
      </dgm:t>
    </dgm:pt>
    <dgm:pt modelId="{9A012864-D8AD-42CC-9425-555C6C6446C2}" type="parTrans" cxnId="{841F3292-3FD1-42EB-B39C-3251469D6C3B}">
      <dgm:prSet/>
      <dgm:spPr/>
      <dgm:t>
        <a:bodyPr/>
        <a:lstStyle/>
        <a:p>
          <a:endParaRPr lang="en-US" sz="4000"/>
        </a:p>
      </dgm:t>
    </dgm:pt>
    <dgm:pt modelId="{ED910C90-5C61-40C4-B549-F6E41298B78C}" type="sibTrans" cxnId="{841F3292-3FD1-42EB-B39C-3251469D6C3B}">
      <dgm:prSet/>
      <dgm:spPr/>
      <dgm:t>
        <a:bodyPr/>
        <a:lstStyle/>
        <a:p>
          <a:endParaRPr lang="en-US" sz="4000"/>
        </a:p>
      </dgm:t>
    </dgm:pt>
    <dgm:pt modelId="{E95C86B8-7AF4-433C-9699-7F9AB09114EA}">
      <dgm:prSet custT="1"/>
      <dgm:spPr/>
      <dgm:t>
        <a:bodyPr/>
        <a:lstStyle/>
        <a:p>
          <a:r>
            <a:rPr lang="en-US" sz="1800" err="1"/>
            <a:t>Ejemplo</a:t>
          </a:r>
          <a:r>
            <a:rPr lang="en-US" sz="1800"/>
            <a:t>: Get-</a:t>
          </a:r>
          <a:r>
            <a:rPr lang="en-US" sz="1800" err="1"/>
            <a:t>Acl</a:t>
          </a:r>
          <a:r>
            <a:rPr lang="en-US" sz="1800"/>
            <a:t> C:\Carpeta</a:t>
          </a:r>
        </a:p>
        <a:p>
          <a:r>
            <a:rPr lang="en-US" sz="1800"/>
            <a:t>Vamos a </a:t>
          </a:r>
          <a:r>
            <a:rPr lang="en-US" sz="1800" err="1"/>
            <a:t>ver</a:t>
          </a:r>
          <a:r>
            <a:rPr lang="en-US" sz="1800"/>
            <a:t> </a:t>
          </a:r>
          <a:r>
            <a:rPr lang="en-US" sz="1800" err="1"/>
            <a:t>ahora</a:t>
          </a:r>
          <a:r>
            <a:rPr lang="en-US" sz="1800"/>
            <a:t> un </a:t>
          </a:r>
          <a:r>
            <a:rPr lang="en-US" sz="1800" err="1"/>
            <a:t>ejemplo</a:t>
          </a:r>
          <a:r>
            <a:rPr lang="en-US" sz="1800"/>
            <a:t> </a:t>
          </a:r>
          <a:r>
            <a:rPr lang="en-US" sz="1800" err="1"/>
            <a:t>más</a:t>
          </a:r>
          <a:r>
            <a:rPr lang="en-US" sz="1800"/>
            <a:t> </a:t>
          </a:r>
          <a:r>
            <a:rPr lang="en-US" sz="1800" err="1"/>
            <a:t>complejo</a:t>
          </a:r>
          <a:endParaRPr lang="en-US" sz="1800"/>
        </a:p>
      </dgm:t>
    </dgm:pt>
    <dgm:pt modelId="{B02C978A-0929-43AE-AA5D-4A27A536D898}" type="parTrans" cxnId="{7A8AD366-7571-4957-B3B7-1A5EAA1DD612}">
      <dgm:prSet/>
      <dgm:spPr/>
      <dgm:t>
        <a:bodyPr/>
        <a:lstStyle/>
        <a:p>
          <a:endParaRPr lang="en-US" sz="4000"/>
        </a:p>
      </dgm:t>
    </dgm:pt>
    <dgm:pt modelId="{153AF092-7F67-4DAD-9E91-FAB7A0B97270}" type="sibTrans" cxnId="{7A8AD366-7571-4957-B3B7-1A5EAA1DD612}">
      <dgm:prSet/>
      <dgm:spPr/>
      <dgm:t>
        <a:bodyPr/>
        <a:lstStyle/>
        <a:p>
          <a:endParaRPr lang="en-US" sz="4000"/>
        </a:p>
      </dgm:t>
    </dgm:pt>
    <dgm:pt modelId="{94BBCEC7-F7BB-43C7-91DA-AEFAE0F750AD}">
      <dgm:prSet custT="1"/>
      <dgm:spPr/>
      <dgm:t>
        <a:bodyPr/>
        <a:lstStyle/>
        <a:p>
          <a:r>
            <a:rPr lang="en-US" sz="1800" dirty="0"/>
            <a:t>$</a:t>
          </a:r>
          <a:r>
            <a:rPr lang="en-US" sz="1800" dirty="0" err="1"/>
            <a:t>acl</a:t>
          </a:r>
          <a:r>
            <a:rPr lang="en-US" sz="1800" dirty="0"/>
            <a:t> = Get-</a:t>
          </a:r>
          <a:r>
            <a:rPr lang="en-US" sz="1800" dirty="0" err="1"/>
            <a:t>Acl</a:t>
          </a:r>
          <a:r>
            <a:rPr lang="en-US" sz="1800" dirty="0"/>
            <a:t> C:\Carpeta</a:t>
          </a:r>
        </a:p>
        <a:p>
          <a:r>
            <a:rPr lang="en-US" sz="1800" dirty="0"/>
            <a:t>$rule = New-Object </a:t>
          </a:r>
          <a:r>
            <a:rPr lang="en-US" sz="1800" dirty="0" err="1"/>
            <a:t>System.Security.AccessControl.FileSystemAccessRule</a:t>
          </a:r>
          <a:r>
            <a:rPr lang="en-US" sz="1800" dirty="0"/>
            <a:t>('</a:t>
          </a:r>
          <a:r>
            <a:rPr lang="en-US" sz="1800" dirty="0" err="1"/>
            <a:t>Usuario</a:t>
          </a:r>
          <a:r>
            <a:rPr lang="en-US" sz="1800" dirty="0"/>
            <a:t>','</a:t>
          </a:r>
          <a:r>
            <a:rPr lang="en-US" sz="1800" dirty="0" err="1"/>
            <a:t>FullControl</a:t>
          </a:r>
          <a:r>
            <a:rPr lang="en-US" sz="1800" dirty="0"/>
            <a:t>','Allow')$</a:t>
          </a:r>
          <a:r>
            <a:rPr lang="en-US" sz="1800" dirty="0" err="1"/>
            <a:t>acl.SetAccessRule</a:t>
          </a:r>
          <a:r>
            <a:rPr lang="en-US" sz="1800" dirty="0"/>
            <a:t>($rule)</a:t>
          </a:r>
        </a:p>
        <a:p>
          <a:r>
            <a:rPr lang="en-US" sz="1800" dirty="0"/>
            <a:t>Set-</a:t>
          </a:r>
          <a:r>
            <a:rPr lang="en-US" sz="1800" dirty="0" err="1"/>
            <a:t>Acl</a:t>
          </a:r>
          <a:r>
            <a:rPr lang="en-US" sz="1800" dirty="0"/>
            <a:t> C:\Carpeta $</a:t>
          </a:r>
          <a:r>
            <a:rPr lang="en-US" sz="1800" dirty="0" err="1"/>
            <a:t>acl</a:t>
          </a:r>
          <a:endParaRPr lang="en-US" sz="1800" dirty="0"/>
        </a:p>
        <a:p>
          <a:r>
            <a:rPr lang="en-US" sz="1800" dirty="0"/>
            <a:t>Get-</a:t>
          </a:r>
          <a:r>
            <a:rPr lang="en-US" sz="1800" dirty="0" err="1"/>
            <a:t>Acl</a:t>
          </a:r>
          <a:r>
            <a:rPr lang="en-US" sz="1800" dirty="0"/>
            <a:t> C:\Carpeta | Format-List</a:t>
          </a:r>
        </a:p>
      </dgm:t>
    </dgm:pt>
    <dgm:pt modelId="{CECA1AD6-5CE3-4AFF-A74A-5F3777189B4F}" type="parTrans" cxnId="{8C0AC42B-A542-4018-8253-876B457BEA99}">
      <dgm:prSet/>
      <dgm:spPr/>
      <dgm:t>
        <a:bodyPr/>
        <a:lstStyle/>
        <a:p>
          <a:endParaRPr lang="en-US" sz="4000"/>
        </a:p>
      </dgm:t>
    </dgm:pt>
    <dgm:pt modelId="{C82EFFC9-2996-4031-908D-F9A78249BAEE}" type="sibTrans" cxnId="{8C0AC42B-A542-4018-8253-876B457BEA99}">
      <dgm:prSet/>
      <dgm:spPr/>
      <dgm:t>
        <a:bodyPr/>
        <a:lstStyle/>
        <a:p>
          <a:endParaRPr lang="en-US" sz="4000"/>
        </a:p>
      </dgm:t>
    </dgm:pt>
    <dgm:pt modelId="{A6B72FA7-8CBF-4CA6-A624-101DD692F81C}" type="pres">
      <dgm:prSet presAssocID="{85D5B246-FD02-481D-BAB8-DD4D7D73B3E3}" presName="vert0" presStyleCnt="0">
        <dgm:presLayoutVars>
          <dgm:dir/>
          <dgm:animOne val="branch"/>
          <dgm:animLvl val="lvl"/>
        </dgm:presLayoutVars>
      </dgm:prSet>
      <dgm:spPr/>
    </dgm:pt>
    <dgm:pt modelId="{23AD2699-3116-4C82-98DA-37C8BBC14DF8}" type="pres">
      <dgm:prSet presAssocID="{0AEA6F9E-8905-4092-B073-37CA561F16C8}" presName="thickLine" presStyleLbl="alignNode1" presStyleIdx="0" presStyleCnt="4"/>
      <dgm:spPr/>
    </dgm:pt>
    <dgm:pt modelId="{FE10C34C-D0DD-4E7E-8A53-724E00F4854A}" type="pres">
      <dgm:prSet presAssocID="{0AEA6F9E-8905-4092-B073-37CA561F16C8}" presName="horz1" presStyleCnt="0"/>
      <dgm:spPr/>
    </dgm:pt>
    <dgm:pt modelId="{A5593F15-6AFD-469E-9A72-10296A69B05D}" type="pres">
      <dgm:prSet presAssocID="{0AEA6F9E-8905-4092-B073-37CA561F16C8}" presName="tx1" presStyleLbl="revTx" presStyleIdx="0" presStyleCnt="4"/>
      <dgm:spPr/>
    </dgm:pt>
    <dgm:pt modelId="{44AF5000-2D4C-42CA-877D-F8C00444D309}" type="pres">
      <dgm:prSet presAssocID="{0AEA6F9E-8905-4092-B073-37CA561F16C8}" presName="vert1" presStyleCnt="0"/>
      <dgm:spPr/>
    </dgm:pt>
    <dgm:pt modelId="{D640950A-C636-4698-AC92-850EAD91763F}" type="pres">
      <dgm:prSet presAssocID="{4206F6A0-3AA1-4D67-B567-658BDEF62500}" presName="thickLine" presStyleLbl="alignNode1" presStyleIdx="1" presStyleCnt="4"/>
      <dgm:spPr/>
    </dgm:pt>
    <dgm:pt modelId="{B1D21010-C938-4733-99AC-84B15A7EF998}" type="pres">
      <dgm:prSet presAssocID="{4206F6A0-3AA1-4D67-B567-658BDEF62500}" presName="horz1" presStyleCnt="0"/>
      <dgm:spPr/>
    </dgm:pt>
    <dgm:pt modelId="{86729179-916B-481A-B5FA-C8912E6A06F9}" type="pres">
      <dgm:prSet presAssocID="{4206F6A0-3AA1-4D67-B567-658BDEF62500}" presName="tx1" presStyleLbl="revTx" presStyleIdx="1" presStyleCnt="4"/>
      <dgm:spPr/>
    </dgm:pt>
    <dgm:pt modelId="{74F2BB77-877F-4B9C-A9B9-50DD1FBE2EAB}" type="pres">
      <dgm:prSet presAssocID="{4206F6A0-3AA1-4D67-B567-658BDEF62500}" presName="vert1" presStyleCnt="0"/>
      <dgm:spPr/>
    </dgm:pt>
    <dgm:pt modelId="{ED8326FC-D241-423B-BDE0-6F51073A7D85}" type="pres">
      <dgm:prSet presAssocID="{E95C86B8-7AF4-433C-9699-7F9AB09114EA}" presName="thickLine" presStyleLbl="alignNode1" presStyleIdx="2" presStyleCnt="4"/>
      <dgm:spPr/>
    </dgm:pt>
    <dgm:pt modelId="{1D0676F9-7734-4D0A-BCAC-EF847BA13AC2}" type="pres">
      <dgm:prSet presAssocID="{E95C86B8-7AF4-433C-9699-7F9AB09114EA}" presName="horz1" presStyleCnt="0"/>
      <dgm:spPr/>
    </dgm:pt>
    <dgm:pt modelId="{D3B69613-7889-4010-849E-780A4C9A386F}" type="pres">
      <dgm:prSet presAssocID="{E95C86B8-7AF4-433C-9699-7F9AB09114EA}" presName="tx1" presStyleLbl="revTx" presStyleIdx="2" presStyleCnt="4"/>
      <dgm:spPr/>
    </dgm:pt>
    <dgm:pt modelId="{3499D076-AA2E-4EF2-8028-BC376FF17703}" type="pres">
      <dgm:prSet presAssocID="{E95C86B8-7AF4-433C-9699-7F9AB09114EA}" presName="vert1" presStyleCnt="0"/>
      <dgm:spPr/>
    </dgm:pt>
    <dgm:pt modelId="{F552AA26-11B0-4582-A8F2-188D99CF32DF}" type="pres">
      <dgm:prSet presAssocID="{94BBCEC7-F7BB-43C7-91DA-AEFAE0F750AD}" presName="thickLine" presStyleLbl="alignNode1" presStyleIdx="3" presStyleCnt="4"/>
      <dgm:spPr/>
    </dgm:pt>
    <dgm:pt modelId="{AC2866B0-9F9B-46B7-9084-ACB38C777E03}" type="pres">
      <dgm:prSet presAssocID="{94BBCEC7-F7BB-43C7-91DA-AEFAE0F750AD}" presName="horz1" presStyleCnt="0"/>
      <dgm:spPr/>
    </dgm:pt>
    <dgm:pt modelId="{8929AD80-96EC-4252-85CB-68E7B2860F98}" type="pres">
      <dgm:prSet presAssocID="{94BBCEC7-F7BB-43C7-91DA-AEFAE0F750AD}" presName="tx1" presStyleLbl="revTx" presStyleIdx="3" presStyleCnt="4" custScaleY="169045"/>
      <dgm:spPr/>
    </dgm:pt>
    <dgm:pt modelId="{9FF6513E-B512-4225-9B67-BF148298F521}" type="pres">
      <dgm:prSet presAssocID="{94BBCEC7-F7BB-43C7-91DA-AEFAE0F750AD}" presName="vert1" presStyleCnt="0"/>
      <dgm:spPr/>
    </dgm:pt>
  </dgm:ptLst>
  <dgm:cxnLst>
    <dgm:cxn modelId="{CB02191D-CCAE-4F78-B97A-EC4175949010}" srcId="{85D5B246-FD02-481D-BAB8-DD4D7D73B3E3}" destId="{0AEA6F9E-8905-4092-B073-37CA561F16C8}" srcOrd="0" destOrd="0" parTransId="{F60AEFEC-9AAA-40F3-8289-47A24A3A3AFE}" sibTransId="{B02ABB6E-CF90-4B81-9418-DF10DA3B101A}"/>
    <dgm:cxn modelId="{8C0AC42B-A542-4018-8253-876B457BEA99}" srcId="{85D5B246-FD02-481D-BAB8-DD4D7D73B3E3}" destId="{94BBCEC7-F7BB-43C7-91DA-AEFAE0F750AD}" srcOrd="3" destOrd="0" parTransId="{CECA1AD6-5CE3-4AFF-A74A-5F3777189B4F}" sibTransId="{C82EFFC9-2996-4031-908D-F9A78249BAEE}"/>
    <dgm:cxn modelId="{FCD68F5F-CDF4-4893-962E-9DDD55A320C9}" type="presOf" srcId="{4206F6A0-3AA1-4D67-B567-658BDEF62500}" destId="{86729179-916B-481A-B5FA-C8912E6A06F9}" srcOrd="0" destOrd="0" presId="urn:microsoft.com/office/officeart/2008/layout/LinedList"/>
    <dgm:cxn modelId="{071F6142-1285-4D03-9496-AD610C4E18B6}" type="presOf" srcId="{E95C86B8-7AF4-433C-9699-7F9AB09114EA}" destId="{D3B69613-7889-4010-849E-780A4C9A386F}" srcOrd="0" destOrd="0" presId="urn:microsoft.com/office/officeart/2008/layout/LinedList"/>
    <dgm:cxn modelId="{7A8AD366-7571-4957-B3B7-1A5EAA1DD612}" srcId="{85D5B246-FD02-481D-BAB8-DD4D7D73B3E3}" destId="{E95C86B8-7AF4-433C-9699-7F9AB09114EA}" srcOrd="2" destOrd="0" parTransId="{B02C978A-0929-43AE-AA5D-4A27A536D898}" sibTransId="{153AF092-7F67-4DAD-9E91-FAB7A0B97270}"/>
    <dgm:cxn modelId="{9FDD914B-1260-4957-8B77-F8CDDAA21A59}" type="presOf" srcId="{0AEA6F9E-8905-4092-B073-37CA561F16C8}" destId="{A5593F15-6AFD-469E-9A72-10296A69B05D}" srcOrd="0" destOrd="0" presId="urn:microsoft.com/office/officeart/2008/layout/LinedList"/>
    <dgm:cxn modelId="{841F3292-3FD1-42EB-B39C-3251469D6C3B}" srcId="{85D5B246-FD02-481D-BAB8-DD4D7D73B3E3}" destId="{4206F6A0-3AA1-4D67-B567-658BDEF62500}" srcOrd="1" destOrd="0" parTransId="{9A012864-D8AD-42CC-9425-555C6C6446C2}" sibTransId="{ED910C90-5C61-40C4-B549-F6E41298B78C}"/>
    <dgm:cxn modelId="{819C7AB1-AC3F-443D-AEC9-7F67260C3CA8}" type="presOf" srcId="{85D5B246-FD02-481D-BAB8-DD4D7D73B3E3}" destId="{A6B72FA7-8CBF-4CA6-A624-101DD692F81C}" srcOrd="0" destOrd="0" presId="urn:microsoft.com/office/officeart/2008/layout/LinedList"/>
    <dgm:cxn modelId="{101F01B7-B4F3-43AA-BA4C-C37D8EDAB41A}" type="presOf" srcId="{94BBCEC7-F7BB-43C7-91DA-AEFAE0F750AD}" destId="{8929AD80-96EC-4252-85CB-68E7B2860F98}" srcOrd="0" destOrd="0" presId="urn:microsoft.com/office/officeart/2008/layout/LinedList"/>
    <dgm:cxn modelId="{64D09783-D01A-4360-A3C4-AC5AB4A2543D}" type="presParOf" srcId="{A6B72FA7-8CBF-4CA6-A624-101DD692F81C}" destId="{23AD2699-3116-4C82-98DA-37C8BBC14DF8}" srcOrd="0" destOrd="0" presId="urn:microsoft.com/office/officeart/2008/layout/LinedList"/>
    <dgm:cxn modelId="{A0AD581A-81A0-40E4-A8C3-444F86807DD4}" type="presParOf" srcId="{A6B72FA7-8CBF-4CA6-A624-101DD692F81C}" destId="{FE10C34C-D0DD-4E7E-8A53-724E00F4854A}" srcOrd="1" destOrd="0" presId="urn:microsoft.com/office/officeart/2008/layout/LinedList"/>
    <dgm:cxn modelId="{EE655108-AE51-4584-89F5-57CFEC4CCE9A}" type="presParOf" srcId="{FE10C34C-D0DD-4E7E-8A53-724E00F4854A}" destId="{A5593F15-6AFD-469E-9A72-10296A69B05D}" srcOrd="0" destOrd="0" presId="urn:microsoft.com/office/officeart/2008/layout/LinedList"/>
    <dgm:cxn modelId="{B4493E55-FF17-4162-B7C1-169D4F57D608}" type="presParOf" srcId="{FE10C34C-D0DD-4E7E-8A53-724E00F4854A}" destId="{44AF5000-2D4C-42CA-877D-F8C00444D309}" srcOrd="1" destOrd="0" presId="urn:microsoft.com/office/officeart/2008/layout/LinedList"/>
    <dgm:cxn modelId="{C18175F6-CC90-4466-AC05-EC5003616E08}" type="presParOf" srcId="{A6B72FA7-8CBF-4CA6-A624-101DD692F81C}" destId="{D640950A-C636-4698-AC92-850EAD91763F}" srcOrd="2" destOrd="0" presId="urn:microsoft.com/office/officeart/2008/layout/LinedList"/>
    <dgm:cxn modelId="{86659E5F-DF9B-4B38-A9D0-2B951CFA7E35}" type="presParOf" srcId="{A6B72FA7-8CBF-4CA6-A624-101DD692F81C}" destId="{B1D21010-C938-4733-99AC-84B15A7EF998}" srcOrd="3" destOrd="0" presId="urn:microsoft.com/office/officeart/2008/layout/LinedList"/>
    <dgm:cxn modelId="{714CAB63-2553-4B3F-AEBA-7FFD736BCAB3}" type="presParOf" srcId="{B1D21010-C938-4733-99AC-84B15A7EF998}" destId="{86729179-916B-481A-B5FA-C8912E6A06F9}" srcOrd="0" destOrd="0" presId="urn:microsoft.com/office/officeart/2008/layout/LinedList"/>
    <dgm:cxn modelId="{16122BDA-5B46-4201-A99D-04B83CC9424F}" type="presParOf" srcId="{B1D21010-C938-4733-99AC-84B15A7EF998}" destId="{74F2BB77-877F-4B9C-A9B9-50DD1FBE2EAB}" srcOrd="1" destOrd="0" presId="urn:microsoft.com/office/officeart/2008/layout/LinedList"/>
    <dgm:cxn modelId="{DE1240FF-45DD-47AE-BCD1-AB7A269A24DF}" type="presParOf" srcId="{A6B72FA7-8CBF-4CA6-A624-101DD692F81C}" destId="{ED8326FC-D241-423B-BDE0-6F51073A7D85}" srcOrd="4" destOrd="0" presId="urn:microsoft.com/office/officeart/2008/layout/LinedList"/>
    <dgm:cxn modelId="{C06DA6E7-1C4C-4592-89B8-85D71C9083BA}" type="presParOf" srcId="{A6B72FA7-8CBF-4CA6-A624-101DD692F81C}" destId="{1D0676F9-7734-4D0A-BCAC-EF847BA13AC2}" srcOrd="5" destOrd="0" presId="urn:microsoft.com/office/officeart/2008/layout/LinedList"/>
    <dgm:cxn modelId="{E47330B1-3677-40CD-BF2F-EBA2A8295A42}" type="presParOf" srcId="{1D0676F9-7734-4D0A-BCAC-EF847BA13AC2}" destId="{D3B69613-7889-4010-849E-780A4C9A386F}" srcOrd="0" destOrd="0" presId="urn:microsoft.com/office/officeart/2008/layout/LinedList"/>
    <dgm:cxn modelId="{03381002-FDC7-467C-AEC5-A0ACE5599C4F}" type="presParOf" srcId="{1D0676F9-7734-4D0A-BCAC-EF847BA13AC2}" destId="{3499D076-AA2E-4EF2-8028-BC376FF17703}" srcOrd="1" destOrd="0" presId="urn:microsoft.com/office/officeart/2008/layout/LinedList"/>
    <dgm:cxn modelId="{F25DD9C0-BCE8-4A4C-99F5-E3352DA5B152}" type="presParOf" srcId="{A6B72FA7-8CBF-4CA6-A624-101DD692F81C}" destId="{F552AA26-11B0-4582-A8F2-188D99CF32DF}" srcOrd="6" destOrd="0" presId="urn:microsoft.com/office/officeart/2008/layout/LinedList"/>
    <dgm:cxn modelId="{A08362D5-AE5B-4C28-A02A-BC2D1A9F03CF}" type="presParOf" srcId="{A6B72FA7-8CBF-4CA6-A624-101DD692F81C}" destId="{AC2866B0-9F9B-46B7-9084-ACB38C777E03}" srcOrd="7" destOrd="0" presId="urn:microsoft.com/office/officeart/2008/layout/LinedList"/>
    <dgm:cxn modelId="{95235666-62E8-4F01-8DF3-8BCF41D8A809}" type="presParOf" srcId="{AC2866B0-9F9B-46B7-9084-ACB38C777E03}" destId="{8929AD80-96EC-4252-85CB-68E7B2860F98}" srcOrd="0" destOrd="0" presId="urn:microsoft.com/office/officeart/2008/layout/LinedList"/>
    <dgm:cxn modelId="{81E8C9FF-4546-4DB1-9387-8975190C398C}" type="presParOf" srcId="{AC2866B0-9F9B-46B7-9084-ACB38C777E03}" destId="{9FF6513E-B512-4225-9B67-BF148298F5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7BA7F7-FA5A-41F9-B7C5-B9F6C9CA261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1267133-373B-4DEA-AAAD-E8CA2A1DBB02}">
      <dgm:prSet/>
      <dgm:spPr/>
      <dgm:t>
        <a:bodyPr/>
        <a:lstStyle/>
        <a:p>
          <a:r>
            <a:rPr lang="en-US"/>
            <a:t>• Get-LocalUser → Lista usuarios locales</a:t>
          </a:r>
        </a:p>
      </dgm:t>
    </dgm:pt>
    <dgm:pt modelId="{B2A13F3C-49A7-47EE-8C46-898D11753434}" type="parTrans" cxnId="{FD4E664B-598A-4F4E-B855-A2313A7109F3}">
      <dgm:prSet/>
      <dgm:spPr/>
      <dgm:t>
        <a:bodyPr/>
        <a:lstStyle/>
        <a:p>
          <a:endParaRPr lang="en-US"/>
        </a:p>
      </dgm:t>
    </dgm:pt>
    <dgm:pt modelId="{C79BBE7C-8CBD-4246-8C06-58A728539EBB}" type="sibTrans" cxnId="{FD4E664B-598A-4F4E-B855-A2313A7109F3}">
      <dgm:prSet/>
      <dgm:spPr/>
      <dgm:t>
        <a:bodyPr/>
        <a:lstStyle/>
        <a:p>
          <a:endParaRPr lang="en-US"/>
        </a:p>
      </dgm:t>
    </dgm:pt>
    <dgm:pt modelId="{CEA25029-082F-4221-82D7-D035BBB342D8}">
      <dgm:prSet/>
      <dgm:spPr/>
      <dgm:t>
        <a:bodyPr/>
        <a:lstStyle/>
        <a:p>
          <a:r>
            <a:rPr lang="en-US"/>
            <a:t>• New-LocalUser → Crear usuario</a:t>
          </a:r>
        </a:p>
      </dgm:t>
    </dgm:pt>
    <dgm:pt modelId="{31E11B8D-3CF8-485A-9638-34682B8B4727}" type="parTrans" cxnId="{42D29FC0-90F0-4820-964E-A70284BD4A30}">
      <dgm:prSet/>
      <dgm:spPr/>
      <dgm:t>
        <a:bodyPr/>
        <a:lstStyle/>
        <a:p>
          <a:endParaRPr lang="en-US"/>
        </a:p>
      </dgm:t>
    </dgm:pt>
    <dgm:pt modelId="{B143AFC0-07F3-4559-9FE7-C15ED3B33884}" type="sibTrans" cxnId="{42D29FC0-90F0-4820-964E-A70284BD4A30}">
      <dgm:prSet/>
      <dgm:spPr/>
      <dgm:t>
        <a:bodyPr/>
        <a:lstStyle/>
        <a:p>
          <a:endParaRPr lang="en-US"/>
        </a:p>
      </dgm:t>
    </dgm:pt>
    <dgm:pt modelId="{C949F0AB-8C37-45F8-A701-5B875BDE2BF8}">
      <dgm:prSet/>
      <dgm:spPr/>
      <dgm:t>
        <a:bodyPr/>
        <a:lstStyle/>
        <a:p>
          <a:r>
            <a:rPr lang="en-US"/>
            <a:t>• Set-LocalUser → Modificar usuario</a:t>
          </a:r>
        </a:p>
      </dgm:t>
    </dgm:pt>
    <dgm:pt modelId="{55C6E7D1-93E6-46BF-B2BE-AFF6E5542453}" type="parTrans" cxnId="{9CE56C4D-9817-421A-A9D4-4615415EC8F0}">
      <dgm:prSet/>
      <dgm:spPr/>
      <dgm:t>
        <a:bodyPr/>
        <a:lstStyle/>
        <a:p>
          <a:endParaRPr lang="en-US"/>
        </a:p>
      </dgm:t>
    </dgm:pt>
    <dgm:pt modelId="{7DDA3CD8-CCF8-4DBF-B903-E7D1A4836CCB}" type="sibTrans" cxnId="{9CE56C4D-9817-421A-A9D4-4615415EC8F0}">
      <dgm:prSet/>
      <dgm:spPr/>
      <dgm:t>
        <a:bodyPr/>
        <a:lstStyle/>
        <a:p>
          <a:endParaRPr lang="en-US"/>
        </a:p>
      </dgm:t>
    </dgm:pt>
    <dgm:pt modelId="{DB089F41-A9A2-4828-BAFF-63BBF89168A8}">
      <dgm:prSet/>
      <dgm:spPr/>
      <dgm:t>
        <a:bodyPr/>
        <a:lstStyle/>
        <a:p>
          <a:r>
            <a:rPr lang="en-US"/>
            <a:t>• Enable/Disable-LocalUser → Habilitar/Deshabilitar</a:t>
          </a:r>
        </a:p>
      </dgm:t>
    </dgm:pt>
    <dgm:pt modelId="{F69F2023-7976-471C-9A53-E928EE152D54}" type="parTrans" cxnId="{A2D67A00-D828-4564-8F21-5477C573F7FE}">
      <dgm:prSet/>
      <dgm:spPr/>
      <dgm:t>
        <a:bodyPr/>
        <a:lstStyle/>
        <a:p>
          <a:endParaRPr lang="en-US"/>
        </a:p>
      </dgm:t>
    </dgm:pt>
    <dgm:pt modelId="{85A6EA6F-C7A8-454B-A834-C48A1FD653D6}" type="sibTrans" cxnId="{A2D67A00-D828-4564-8F21-5477C573F7FE}">
      <dgm:prSet/>
      <dgm:spPr/>
      <dgm:t>
        <a:bodyPr/>
        <a:lstStyle/>
        <a:p>
          <a:endParaRPr lang="en-US"/>
        </a:p>
      </dgm:t>
    </dgm:pt>
    <dgm:pt modelId="{1B861A6C-DE17-4E17-B43E-C5EF97C8CC80}">
      <dgm:prSet/>
      <dgm:spPr/>
      <dgm:t>
        <a:bodyPr/>
        <a:lstStyle/>
        <a:p>
          <a:r>
            <a:rPr lang="en-US"/>
            <a:t>• Remove-LocalUser → Eliminar</a:t>
          </a:r>
        </a:p>
      </dgm:t>
    </dgm:pt>
    <dgm:pt modelId="{D418C369-5E3A-4CA5-98EC-24A64ED36889}" type="parTrans" cxnId="{63200B34-D4AB-403C-99D2-FDC614DF7EC3}">
      <dgm:prSet/>
      <dgm:spPr/>
      <dgm:t>
        <a:bodyPr/>
        <a:lstStyle/>
        <a:p>
          <a:endParaRPr lang="en-US"/>
        </a:p>
      </dgm:t>
    </dgm:pt>
    <dgm:pt modelId="{FAAB22DD-0A82-468E-9827-ADF141417CFA}" type="sibTrans" cxnId="{63200B34-D4AB-403C-99D2-FDC614DF7EC3}">
      <dgm:prSet/>
      <dgm:spPr/>
      <dgm:t>
        <a:bodyPr/>
        <a:lstStyle/>
        <a:p>
          <a:endParaRPr lang="en-US"/>
        </a:p>
      </dgm:t>
    </dgm:pt>
    <dgm:pt modelId="{F298E9CE-42EA-48B8-B1D0-9FD91719C972}" type="pres">
      <dgm:prSet presAssocID="{2C7BA7F7-FA5A-41F9-B7C5-B9F6C9CA2613}" presName="vert0" presStyleCnt="0">
        <dgm:presLayoutVars>
          <dgm:dir/>
          <dgm:animOne val="branch"/>
          <dgm:animLvl val="lvl"/>
        </dgm:presLayoutVars>
      </dgm:prSet>
      <dgm:spPr/>
    </dgm:pt>
    <dgm:pt modelId="{7DAE7783-1B5C-4B9E-AB46-0BA3A9F18D4F}" type="pres">
      <dgm:prSet presAssocID="{21267133-373B-4DEA-AAAD-E8CA2A1DBB02}" presName="thickLine" presStyleLbl="alignNode1" presStyleIdx="0" presStyleCnt="5"/>
      <dgm:spPr/>
    </dgm:pt>
    <dgm:pt modelId="{8D2F24D5-BAAE-4D65-B7F4-B2AADBFFB0FE}" type="pres">
      <dgm:prSet presAssocID="{21267133-373B-4DEA-AAAD-E8CA2A1DBB02}" presName="horz1" presStyleCnt="0"/>
      <dgm:spPr/>
    </dgm:pt>
    <dgm:pt modelId="{B4C84353-9917-4ADA-830E-67A793A3A168}" type="pres">
      <dgm:prSet presAssocID="{21267133-373B-4DEA-AAAD-E8CA2A1DBB02}" presName="tx1" presStyleLbl="revTx" presStyleIdx="0" presStyleCnt="5"/>
      <dgm:spPr/>
    </dgm:pt>
    <dgm:pt modelId="{CEA4BB4E-2881-4AFD-9433-1D61203CA775}" type="pres">
      <dgm:prSet presAssocID="{21267133-373B-4DEA-AAAD-E8CA2A1DBB02}" presName="vert1" presStyleCnt="0"/>
      <dgm:spPr/>
    </dgm:pt>
    <dgm:pt modelId="{25F0FEF6-B916-4426-AA7B-DC76A3C4D6D7}" type="pres">
      <dgm:prSet presAssocID="{CEA25029-082F-4221-82D7-D035BBB342D8}" presName="thickLine" presStyleLbl="alignNode1" presStyleIdx="1" presStyleCnt="5"/>
      <dgm:spPr/>
    </dgm:pt>
    <dgm:pt modelId="{3763E85B-19F4-4430-A3E5-F8AB06B82571}" type="pres">
      <dgm:prSet presAssocID="{CEA25029-082F-4221-82D7-D035BBB342D8}" presName="horz1" presStyleCnt="0"/>
      <dgm:spPr/>
    </dgm:pt>
    <dgm:pt modelId="{48A092D2-588F-4BFF-ACF1-B3BDAE5D28CD}" type="pres">
      <dgm:prSet presAssocID="{CEA25029-082F-4221-82D7-D035BBB342D8}" presName="tx1" presStyleLbl="revTx" presStyleIdx="1" presStyleCnt="5"/>
      <dgm:spPr/>
    </dgm:pt>
    <dgm:pt modelId="{401A65EF-B6F6-45DE-B71C-651FE4DD4AB6}" type="pres">
      <dgm:prSet presAssocID="{CEA25029-082F-4221-82D7-D035BBB342D8}" presName="vert1" presStyleCnt="0"/>
      <dgm:spPr/>
    </dgm:pt>
    <dgm:pt modelId="{EA1A4DB0-6D84-4CD0-8EE7-997330F2F437}" type="pres">
      <dgm:prSet presAssocID="{C949F0AB-8C37-45F8-A701-5B875BDE2BF8}" presName="thickLine" presStyleLbl="alignNode1" presStyleIdx="2" presStyleCnt="5"/>
      <dgm:spPr/>
    </dgm:pt>
    <dgm:pt modelId="{12DE1FDD-FD67-42BD-82A1-007C9CF80494}" type="pres">
      <dgm:prSet presAssocID="{C949F0AB-8C37-45F8-A701-5B875BDE2BF8}" presName="horz1" presStyleCnt="0"/>
      <dgm:spPr/>
    </dgm:pt>
    <dgm:pt modelId="{2DC98F24-4F6F-457A-8C51-62CC6357FB09}" type="pres">
      <dgm:prSet presAssocID="{C949F0AB-8C37-45F8-A701-5B875BDE2BF8}" presName="tx1" presStyleLbl="revTx" presStyleIdx="2" presStyleCnt="5"/>
      <dgm:spPr/>
    </dgm:pt>
    <dgm:pt modelId="{E5FE1C42-0964-45F8-9955-4430A5DED772}" type="pres">
      <dgm:prSet presAssocID="{C949F0AB-8C37-45F8-A701-5B875BDE2BF8}" presName="vert1" presStyleCnt="0"/>
      <dgm:spPr/>
    </dgm:pt>
    <dgm:pt modelId="{574BBF45-C53E-44A7-AFDF-FCEE6DE0AF4F}" type="pres">
      <dgm:prSet presAssocID="{DB089F41-A9A2-4828-BAFF-63BBF89168A8}" presName="thickLine" presStyleLbl="alignNode1" presStyleIdx="3" presStyleCnt="5"/>
      <dgm:spPr/>
    </dgm:pt>
    <dgm:pt modelId="{231A67E8-75EF-4D9E-87F0-41F37BFA6121}" type="pres">
      <dgm:prSet presAssocID="{DB089F41-A9A2-4828-BAFF-63BBF89168A8}" presName="horz1" presStyleCnt="0"/>
      <dgm:spPr/>
    </dgm:pt>
    <dgm:pt modelId="{4BC40E6A-E9E5-4360-A0C0-5343ADCD8A0D}" type="pres">
      <dgm:prSet presAssocID="{DB089F41-A9A2-4828-BAFF-63BBF89168A8}" presName="tx1" presStyleLbl="revTx" presStyleIdx="3" presStyleCnt="5"/>
      <dgm:spPr/>
    </dgm:pt>
    <dgm:pt modelId="{9C7365B4-9921-454F-8763-B351F558BE61}" type="pres">
      <dgm:prSet presAssocID="{DB089F41-A9A2-4828-BAFF-63BBF89168A8}" presName="vert1" presStyleCnt="0"/>
      <dgm:spPr/>
    </dgm:pt>
    <dgm:pt modelId="{3B4F9A79-86FA-4D69-AADB-ECEBD948D433}" type="pres">
      <dgm:prSet presAssocID="{1B861A6C-DE17-4E17-B43E-C5EF97C8CC80}" presName="thickLine" presStyleLbl="alignNode1" presStyleIdx="4" presStyleCnt="5"/>
      <dgm:spPr/>
    </dgm:pt>
    <dgm:pt modelId="{BF14AA4F-57B3-46DA-AEDD-832C939CD14F}" type="pres">
      <dgm:prSet presAssocID="{1B861A6C-DE17-4E17-B43E-C5EF97C8CC80}" presName="horz1" presStyleCnt="0"/>
      <dgm:spPr/>
    </dgm:pt>
    <dgm:pt modelId="{AE420861-F363-49F0-B49C-D47836E4F6D7}" type="pres">
      <dgm:prSet presAssocID="{1B861A6C-DE17-4E17-B43E-C5EF97C8CC80}" presName="tx1" presStyleLbl="revTx" presStyleIdx="4" presStyleCnt="5"/>
      <dgm:spPr/>
    </dgm:pt>
    <dgm:pt modelId="{35F0E779-656E-4CF9-B075-F2A6BC99214C}" type="pres">
      <dgm:prSet presAssocID="{1B861A6C-DE17-4E17-B43E-C5EF97C8CC80}" presName="vert1" presStyleCnt="0"/>
      <dgm:spPr/>
    </dgm:pt>
  </dgm:ptLst>
  <dgm:cxnLst>
    <dgm:cxn modelId="{A2D67A00-D828-4564-8F21-5477C573F7FE}" srcId="{2C7BA7F7-FA5A-41F9-B7C5-B9F6C9CA2613}" destId="{DB089F41-A9A2-4828-BAFF-63BBF89168A8}" srcOrd="3" destOrd="0" parTransId="{F69F2023-7976-471C-9A53-E928EE152D54}" sibTransId="{85A6EA6F-C7A8-454B-A834-C48A1FD653D6}"/>
    <dgm:cxn modelId="{C0821B33-81B2-4E42-988F-2CB9B3672CCF}" type="presOf" srcId="{DB089F41-A9A2-4828-BAFF-63BBF89168A8}" destId="{4BC40E6A-E9E5-4360-A0C0-5343ADCD8A0D}" srcOrd="0" destOrd="0" presId="urn:microsoft.com/office/officeart/2008/layout/LinedList"/>
    <dgm:cxn modelId="{63200B34-D4AB-403C-99D2-FDC614DF7EC3}" srcId="{2C7BA7F7-FA5A-41F9-B7C5-B9F6C9CA2613}" destId="{1B861A6C-DE17-4E17-B43E-C5EF97C8CC80}" srcOrd="4" destOrd="0" parTransId="{D418C369-5E3A-4CA5-98EC-24A64ED36889}" sibTransId="{FAAB22DD-0A82-468E-9827-ADF141417CFA}"/>
    <dgm:cxn modelId="{FD4E664B-598A-4F4E-B855-A2313A7109F3}" srcId="{2C7BA7F7-FA5A-41F9-B7C5-B9F6C9CA2613}" destId="{21267133-373B-4DEA-AAAD-E8CA2A1DBB02}" srcOrd="0" destOrd="0" parTransId="{B2A13F3C-49A7-47EE-8C46-898D11753434}" sibTransId="{C79BBE7C-8CBD-4246-8C06-58A728539EBB}"/>
    <dgm:cxn modelId="{9CE56C4D-9817-421A-A9D4-4615415EC8F0}" srcId="{2C7BA7F7-FA5A-41F9-B7C5-B9F6C9CA2613}" destId="{C949F0AB-8C37-45F8-A701-5B875BDE2BF8}" srcOrd="2" destOrd="0" parTransId="{55C6E7D1-93E6-46BF-B2BE-AFF6E5542453}" sibTransId="{7DDA3CD8-CCF8-4DBF-B903-E7D1A4836CCB}"/>
    <dgm:cxn modelId="{20CD708A-63A5-4149-9881-E139DA16E751}" type="presOf" srcId="{21267133-373B-4DEA-AAAD-E8CA2A1DBB02}" destId="{B4C84353-9917-4ADA-830E-67A793A3A168}" srcOrd="0" destOrd="0" presId="urn:microsoft.com/office/officeart/2008/layout/LinedList"/>
    <dgm:cxn modelId="{BBA5BE97-6233-4331-B366-4FDEB7AC3B0E}" type="presOf" srcId="{C949F0AB-8C37-45F8-A701-5B875BDE2BF8}" destId="{2DC98F24-4F6F-457A-8C51-62CC6357FB09}" srcOrd="0" destOrd="0" presId="urn:microsoft.com/office/officeart/2008/layout/LinedList"/>
    <dgm:cxn modelId="{153806A2-81FC-412B-BAA6-7D94ED7F6753}" type="presOf" srcId="{CEA25029-082F-4221-82D7-D035BBB342D8}" destId="{48A092D2-588F-4BFF-ACF1-B3BDAE5D28CD}" srcOrd="0" destOrd="0" presId="urn:microsoft.com/office/officeart/2008/layout/LinedList"/>
    <dgm:cxn modelId="{A0BE59BD-42A5-41F7-8652-85B009720A55}" type="presOf" srcId="{1B861A6C-DE17-4E17-B43E-C5EF97C8CC80}" destId="{AE420861-F363-49F0-B49C-D47836E4F6D7}" srcOrd="0" destOrd="0" presId="urn:microsoft.com/office/officeart/2008/layout/LinedList"/>
    <dgm:cxn modelId="{42D29FC0-90F0-4820-964E-A70284BD4A30}" srcId="{2C7BA7F7-FA5A-41F9-B7C5-B9F6C9CA2613}" destId="{CEA25029-082F-4221-82D7-D035BBB342D8}" srcOrd="1" destOrd="0" parTransId="{31E11B8D-3CF8-485A-9638-34682B8B4727}" sibTransId="{B143AFC0-07F3-4559-9FE7-C15ED3B33884}"/>
    <dgm:cxn modelId="{C51BBEC1-E692-45F2-9229-188209467924}" type="presOf" srcId="{2C7BA7F7-FA5A-41F9-B7C5-B9F6C9CA2613}" destId="{F298E9CE-42EA-48B8-B1D0-9FD91719C972}" srcOrd="0" destOrd="0" presId="urn:microsoft.com/office/officeart/2008/layout/LinedList"/>
    <dgm:cxn modelId="{40975E7F-FFC5-4F5F-8252-EDF41286E188}" type="presParOf" srcId="{F298E9CE-42EA-48B8-B1D0-9FD91719C972}" destId="{7DAE7783-1B5C-4B9E-AB46-0BA3A9F18D4F}" srcOrd="0" destOrd="0" presId="urn:microsoft.com/office/officeart/2008/layout/LinedList"/>
    <dgm:cxn modelId="{1B7D81F6-6D43-435C-9455-EA53F63D135A}" type="presParOf" srcId="{F298E9CE-42EA-48B8-B1D0-9FD91719C972}" destId="{8D2F24D5-BAAE-4D65-B7F4-B2AADBFFB0FE}" srcOrd="1" destOrd="0" presId="urn:microsoft.com/office/officeart/2008/layout/LinedList"/>
    <dgm:cxn modelId="{890B3F93-D038-4645-A3A8-6296EEB9EF96}" type="presParOf" srcId="{8D2F24D5-BAAE-4D65-B7F4-B2AADBFFB0FE}" destId="{B4C84353-9917-4ADA-830E-67A793A3A168}" srcOrd="0" destOrd="0" presId="urn:microsoft.com/office/officeart/2008/layout/LinedList"/>
    <dgm:cxn modelId="{D399FD6E-89C8-4C2E-91AB-B4CDD2D1EB1A}" type="presParOf" srcId="{8D2F24D5-BAAE-4D65-B7F4-B2AADBFFB0FE}" destId="{CEA4BB4E-2881-4AFD-9433-1D61203CA775}" srcOrd="1" destOrd="0" presId="urn:microsoft.com/office/officeart/2008/layout/LinedList"/>
    <dgm:cxn modelId="{CBAAF910-886A-4E72-BBB4-75A86298F9BB}" type="presParOf" srcId="{F298E9CE-42EA-48B8-B1D0-9FD91719C972}" destId="{25F0FEF6-B916-4426-AA7B-DC76A3C4D6D7}" srcOrd="2" destOrd="0" presId="urn:microsoft.com/office/officeart/2008/layout/LinedList"/>
    <dgm:cxn modelId="{0CE21FF8-D018-49E7-994E-1A561F83042E}" type="presParOf" srcId="{F298E9CE-42EA-48B8-B1D0-9FD91719C972}" destId="{3763E85B-19F4-4430-A3E5-F8AB06B82571}" srcOrd="3" destOrd="0" presId="urn:microsoft.com/office/officeart/2008/layout/LinedList"/>
    <dgm:cxn modelId="{4941C105-BEE7-4AA0-8249-2440AEB52675}" type="presParOf" srcId="{3763E85B-19F4-4430-A3E5-F8AB06B82571}" destId="{48A092D2-588F-4BFF-ACF1-B3BDAE5D28CD}" srcOrd="0" destOrd="0" presId="urn:microsoft.com/office/officeart/2008/layout/LinedList"/>
    <dgm:cxn modelId="{90B5C493-A68B-4D34-AFF1-39C66A47E848}" type="presParOf" srcId="{3763E85B-19F4-4430-A3E5-F8AB06B82571}" destId="{401A65EF-B6F6-45DE-B71C-651FE4DD4AB6}" srcOrd="1" destOrd="0" presId="urn:microsoft.com/office/officeart/2008/layout/LinedList"/>
    <dgm:cxn modelId="{3E5D80AC-4368-4E62-84B1-5B11CACB44E8}" type="presParOf" srcId="{F298E9CE-42EA-48B8-B1D0-9FD91719C972}" destId="{EA1A4DB0-6D84-4CD0-8EE7-997330F2F437}" srcOrd="4" destOrd="0" presId="urn:microsoft.com/office/officeart/2008/layout/LinedList"/>
    <dgm:cxn modelId="{18FCC67D-B52F-4DAE-9616-7CA79FB315F7}" type="presParOf" srcId="{F298E9CE-42EA-48B8-B1D0-9FD91719C972}" destId="{12DE1FDD-FD67-42BD-82A1-007C9CF80494}" srcOrd="5" destOrd="0" presId="urn:microsoft.com/office/officeart/2008/layout/LinedList"/>
    <dgm:cxn modelId="{489BFF37-63CC-4489-AB78-654A7883CB51}" type="presParOf" srcId="{12DE1FDD-FD67-42BD-82A1-007C9CF80494}" destId="{2DC98F24-4F6F-457A-8C51-62CC6357FB09}" srcOrd="0" destOrd="0" presId="urn:microsoft.com/office/officeart/2008/layout/LinedList"/>
    <dgm:cxn modelId="{6A30DE89-31FE-4650-A84F-B180E59C1EF9}" type="presParOf" srcId="{12DE1FDD-FD67-42BD-82A1-007C9CF80494}" destId="{E5FE1C42-0964-45F8-9955-4430A5DED772}" srcOrd="1" destOrd="0" presId="urn:microsoft.com/office/officeart/2008/layout/LinedList"/>
    <dgm:cxn modelId="{A88B6F67-1C4D-4D31-8F63-6D7047289140}" type="presParOf" srcId="{F298E9CE-42EA-48B8-B1D0-9FD91719C972}" destId="{574BBF45-C53E-44A7-AFDF-FCEE6DE0AF4F}" srcOrd="6" destOrd="0" presId="urn:microsoft.com/office/officeart/2008/layout/LinedList"/>
    <dgm:cxn modelId="{40BD66A4-120C-4616-8B71-B3BABE127352}" type="presParOf" srcId="{F298E9CE-42EA-48B8-B1D0-9FD91719C972}" destId="{231A67E8-75EF-4D9E-87F0-41F37BFA6121}" srcOrd="7" destOrd="0" presId="urn:microsoft.com/office/officeart/2008/layout/LinedList"/>
    <dgm:cxn modelId="{BA617C9D-1510-46A6-8EBE-8B5E533AA904}" type="presParOf" srcId="{231A67E8-75EF-4D9E-87F0-41F37BFA6121}" destId="{4BC40E6A-E9E5-4360-A0C0-5343ADCD8A0D}" srcOrd="0" destOrd="0" presId="urn:microsoft.com/office/officeart/2008/layout/LinedList"/>
    <dgm:cxn modelId="{8900A96B-4B2D-43BA-AB0C-D0C3A94327C1}" type="presParOf" srcId="{231A67E8-75EF-4D9E-87F0-41F37BFA6121}" destId="{9C7365B4-9921-454F-8763-B351F558BE61}" srcOrd="1" destOrd="0" presId="urn:microsoft.com/office/officeart/2008/layout/LinedList"/>
    <dgm:cxn modelId="{4F9C993B-56D3-418D-9713-8DF6BD8A9B86}" type="presParOf" srcId="{F298E9CE-42EA-48B8-B1D0-9FD91719C972}" destId="{3B4F9A79-86FA-4D69-AADB-ECEBD948D433}" srcOrd="8" destOrd="0" presId="urn:microsoft.com/office/officeart/2008/layout/LinedList"/>
    <dgm:cxn modelId="{90B169BC-D689-4928-827F-5628880DB546}" type="presParOf" srcId="{F298E9CE-42EA-48B8-B1D0-9FD91719C972}" destId="{BF14AA4F-57B3-46DA-AEDD-832C939CD14F}" srcOrd="9" destOrd="0" presId="urn:microsoft.com/office/officeart/2008/layout/LinedList"/>
    <dgm:cxn modelId="{28446DA0-B957-49F0-ACA8-5DD3F422DCBC}" type="presParOf" srcId="{BF14AA4F-57B3-46DA-AEDD-832C939CD14F}" destId="{AE420861-F363-49F0-B49C-D47836E4F6D7}" srcOrd="0" destOrd="0" presId="urn:microsoft.com/office/officeart/2008/layout/LinedList"/>
    <dgm:cxn modelId="{164AB3E0-9323-43B6-ACF9-01BFC9200C1B}" type="presParOf" srcId="{BF14AA4F-57B3-46DA-AEDD-832C939CD14F}" destId="{35F0E779-656E-4CF9-B075-F2A6BC9921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C81CC0-74DF-4BFD-9F33-C913F5D1E9A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BFCF3B-8EED-484A-8185-2A49DC556BFC}">
      <dgm:prSet/>
      <dgm:spPr/>
      <dgm:t>
        <a:bodyPr/>
        <a:lstStyle/>
        <a:p>
          <a:r>
            <a:rPr lang="en-US"/>
            <a:t>New-</a:t>
          </a:r>
          <a:r>
            <a:rPr lang="en-US" err="1"/>
            <a:t>LocalGroup</a:t>
          </a:r>
          <a:r>
            <a:rPr lang="en-US"/>
            <a:t> -Name '</a:t>
          </a:r>
          <a:r>
            <a:rPr lang="en-US" err="1"/>
            <a:t>Alumnos</a:t>
          </a:r>
          <a:r>
            <a:rPr lang="en-US"/>
            <a:t>' -Description 'Grupo de </a:t>
          </a:r>
          <a:r>
            <a:rPr lang="en-US" err="1"/>
            <a:t>alumnos</a:t>
          </a:r>
          <a:r>
            <a:rPr lang="en-US"/>
            <a:t>'</a:t>
          </a:r>
        </a:p>
      </dgm:t>
    </dgm:pt>
    <dgm:pt modelId="{F9EB1203-6E76-4A44-A241-03716389EB24}" type="parTrans" cxnId="{0D12E428-1CAF-44FD-8723-A0AFD28CF5E9}">
      <dgm:prSet/>
      <dgm:spPr/>
      <dgm:t>
        <a:bodyPr/>
        <a:lstStyle/>
        <a:p>
          <a:endParaRPr lang="en-US"/>
        </a:p>
      </dgm:t>
    </dgm:pt>
    <dgm:pt modelId="{0C7DDC31-6495-46AD-882A-06796AC2F79D}" type="sibTrans" cxnId="{0D12E428-1CAF-44FD-8723-A0AFD28CF5E9}">
      <dgm:prSet/>
      <dgm:spPr/>
      <dgm:t>
        <a:bodyPr/>
        <a:lstStyle/>
        <a:p>
          <a:endParaRPr lang="en-US"/>
        </a:p>
      </dgm:t>
    </dgm:pt>
    <dgm:pt modelId="{946BD411-A757-494A-9E17-92204DDC7789}">
      <dgm:prSet/>
      <dgm:spPr/>
      <dgm:t>
        <a:bodyPr/>
        <a:lstStyle/>
        <a:p>
          <a:r>
            <a:rPr lang="en-US"/>
            <a:t>Add-LocalGroupMember -Group 'Alumnos' -Member 'Alumno1'</a:t>
          </a:r>
        </a:p>
      </dgm:t>
    </dgm:pt>
    <dgm:pt modelId="{379EF029-3B24-47B3-9EFE-42C6EBF24CAE}" type="parTrans" cxnId="{B86A42D4-77B6-4966-929E-C47CC2932EDC}">
      <dgm:prSet/>
      <dgm:spPr/>
      <dgm:t>
        <a:bodyPr/>
        <a:lstStyle/>
        <a:p>
          <a:endParaRPr lang="en-US"/>
        </a:p>
      </dgm:t>
    </dgm:pt>
    <dgm:pt modelId="{AE07C754-B8B4-45D2-BD3D-61C73CE78724}" type="sibTrans" cxnId="{B86A42D4-77B6-4966-929E-C47CC2932EDC}">
      <dgm:prSet/>
      <dgm:spPr/>
      <dgm:t>
        <a:bodyPr/>
        <a:lstStyle/>
        <a:p>
          <a:endParaRPr lang="en-US"/>
        </a:p>
      </dgm:t>
    </dgm:pt>
    <dgm:pt modelId="{1C059243-D67B-4C10-A55D-15F494CC9DCA}" type="pres">
      <dgm:prSet presAssocID="{4FC81CC0-74DF-4BFD-9F33-C913F5D1E9A0}" presName="root" presStyleCnt="0">
        <dgm:presLayoutVars>
          <dgm:dir/>
          <dgm:resizeHandles val="exact"/>
        </dgm:presLayoutVars>
      </dgm:prSet>
      <dgm:spPr/>
    </dgm:pt>
    <dgm:pt modelId="{35A143D5-0490-4D87-96EA-D64A549FEA59}" type="pres">
      <dgm:prSet presAssocID="{C5BFCF3B-8EED-484A-8185-2A49DC556BFC}" presName="compNode" presStyleCnt="0"/>
      <dgm:spPr/>
    </dgm:pt>
    <dgm:pt modelId="{A003813B-D4EC-4A63-B974-D80FFE8A5FE4}" type="pres">
      <dgm:prSet presAssocID="{C5BFCF3B-8EED-484A-8185-2A49DC556BFC}" presName="bgRect" presStyleLbl="bgShp" presStyleIdx="0" presStyleCnt="2"/>
      <dgm:spPr/>
    </dgm:pt>
    <dgm:pt modelId="{C740A5CD-A8CC-492D-AE15-BEA9730879DF}" type="pres">
      <dgm:prSet presAssocID="{C5BFCF3B-8EED-484A-8185-2A49DC556B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553ECAB2-82D7-4EA5-905D-5732B19A22B2}" type="pres">
      <dgm:prSet presAssocID="{C5BFCF3B-8EED-484A-8185-2A49DC556BFC}" presName="spaceRect" presStyleCnt="0"/>
      <dgm:spPr/>
    </dgm:pt>
    <dgm:pt modelId="{145906BC-7995-47B5-A929-FC4D78205671}" type="pres">
      <dgm:prSet presAssocID="{C5BFCF3B-8EED-484A-8185-2A49DC556BFC}" presName="parTx" presStyleLbl="revTx" presStyleIdx="0" presStyleCnt="2">
        <dgm:presLayoutVars>
          <dgm:chMax val="0"/>
          <dgm:chPref val="0"/>
        </dgm:presLayoutVars>
      </dgm:prSet>
      <dgm:spPr/>
    </dgm:pt>
    <dgm:pt modelId="{5525B803-C48C-4A3D-AA90-A87A9F30AB4D}" type="pres">
      <dgm:prSet presAssocID="{0C7DDC31-6495-46AD-882A-06796AC2F79D}" presName="sibTrans" presStyleCnt="0"/>
      <dgm:spPr/>
    </dgm:pt>
    <dgm:pt modelId="{6345D168-BE5A-496B-AE8E-0E102CD7B979}" type="pres">
      <dgm:prSet presAssocID="{946BD411-A757-494A-9E17-92204DDC7789}" presName="compNode" presStyleCnt="0"/>
      <dgm:spPr/>
    </dgm:pt>
    <dgm:pt modelId="{6C2E33C8-643D-46F5-9D72-D0BA26504FE1}" type="pres">
      <dgm:prSet presAssocID="{946BD411-A757-494A-9E17-92204DDC7789}" presName="bgRect" presStyleLbl="bgShp" presStyleIdx="1" presStyleCnt="2"/>
      <dgm:spPr/>
    </dgm:pt>
    <dgm:pt modelId="{87310400-4B39-48F6-8C16-31B1FDE50D2D}" type="pres">
      <dgm:prSet presAssocID="{946BD411-A757-494A-9E17-92204DDC77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ndis"/>
        </a:ext>
      </dgm:extLst>
    </dgm:pt>
    <dgm:pt modelId="{2CA5D841-3D44-42F0-803E-889490AC7D5D}" type="pres">
      <dgm:prSet presAssocID="{946BD411-A757-494A-9E17-92204DDC7789}" presName="spaceRect" presStyleCnt="0"/>
      <dgm:spPr/>
    </dgm:pt>
    <dgm:pt modelId="{64E963AD-B1FA-4034-867A-778C32427703}" type="pres">
      <dgm:prSet presAssocID="{946BD411-A757-494A-9E17-92204DDC778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20D4B09-849E-4CC3-98F7-62C46D610388}" type="presOf" srcId="{4FC81CC0-74DF-4BFD-9F33-C913F5D1E9A0}" destId="{1C059243-D67B-4C10-A55D-15F494CC9DCA}" srcOrd="0" destOrd="0" presId="urn:microsoft.com/office/officeart/2018/2/layout/IconVerticalSolidList"/>
    <dgm:cxn modelId="{0D12E428-1CAF-44FD-8723-A0AFD28CF5E9}" srcId="{4FC81CC0-74DF-4BFD-9F33-C913F5D1E9A0}" destId="{C5BFCF3B-8EED-484A-8185-2A49DC556BFC}" srcOrd="0" destOrd="0" parTransId="{F9EB1203-6E76-4A44-A241-03716389EB24}" sibTransId="{0C7DDC31-6495-46AD-882A-06796AC2F79D}"/>
    <dgm:cxn modelId="{B310F9C1-06AE-4559-9923-6B7736A96ED6}" type="presOf" srcId="{C5BFCF3B-8EED-484A-8185-2A49DC556BFC}" destId="{145906BC-7995-47B5-A929-FC4D78205671}" srcOrd="0" destOrd="0" presId="urn:microsoft.com/office/officeart/2018/2/layout/IconVerticalSolidList"/>
    <dgm:cxn modelId="{B86A42D4-77B6-4966-929E-C47CC2932EDC}" srcId="{4FC81CC0-74DF-4BFD-9F33-C913F5D1E9A0}" destId="{946BD411-A757-494A-9E17-92204DDC7789}" srcOrd="1" destOrd="0" parTransId="{379EF029-3B24-47B3-9EFE-42C6EBF24CAE}" sibTransId="{AE07C754-B8B4-45D2-BD3D-61C73CE78724}"/>
    <dgm:cxn modelId="{40D01DED-B415-4034-B258-2FCACD1217FA}" type="presOf" srcId="{946BD411-A757-494A-9E17-92204DDC7789}" destId="{64E963AD-B1FA-4034-867A-778C32427703}" srcOrd="0" destOrd="0" presId="urn:microsoft.com/office/officeart/2018/2/layout/IconVerticalSolidList"/>
    <dgm:cxn modelId="{0874EEB6-3497-42F6-8943-B94CBA247039}" type="presParOf" srcId="{1C059243-D67B-4C10-A55D-15F494CC9DCA}" destId="{35A143D5-0490-4D87-96EA-D64A549FEA59}" srcOrd="0" destOrd="0" presId="urn:microsoft.com/office/officeart/2018/2/layout/IconVerticalSolidList"/>
    <dgm:cxn modelId="{F89621BE-D5E3-4388-A4E2-4195E0D2FC4D}" type="presParOf" srcId="{35A143D5-0490-4D87-96EA-D64A549FEA59}" destId="{A003813B-D4EC-4A63-B974-D80FFE8A5FE4}" srcOrd="0" destOrd="0" presId="urn:microsoft.com/office/officeart/2018/2/layout/IconVerticalSolidList"/>
    <dgm:cxn modelId="{70F3E491-7A2B-4887-A6FA-32C6C3633E7C}" type="presParOf" srcId="{35A143D5-0490-4D87-96EA-D64A549FEA59}" destId="{C740A5CD-A8CC-492D-AE15-BEA9730879DF}" srcOrd="1" destOrd="0" presId="urn:microsoft.com/office/officeart/2018/2/layout/IconVerticalSolidList"/>
    <dgm:cxn modelId="{DECAFA50-E591-461C-92A2-35F733DAB1B9}" type="presParOf" srcId="{35A143D5-0490-4D87-96EA-D64A549FEA59}" destId="{553ECAB2-82D7-4EA5-905D-5732B19A22B2}" srcOrd="2" destOrd="0" presId="urn:microsoft.com/office/officeart/2018/2/layout/IconVerticalSolidList"/>
    <dgm:cxn modelId="{F85502FD-273A-4087-A5DB-B306E2708A12}" type="presParOf" srcId="{35A143D5-0490-4D87-96EA-D64A549FEA59}" destId="{145906BC-7995-47B5-A929-FC4D78205671}" srcOrd="3" destOrd="0" presId="urn:microsoft.com/office/officeart/2018/2/layout/IconVerticalSolidList"/>
    <dgm:cxn modelId="{C06CF5D1-2DEE-41C4-A44B-74CCDCCA0DB4}" type="presParOf" srcId="{1C059243-D67B-4C10-A55D-15F494CC9DCA}" destId="{5525B803-C48C-4A3D-AA90-A87A9F30AB4D}" srcOrd="1" destOrd="0" presId="urn:microsoft.com/office/officeart/2018/2/layout/IconVerticalSolidList"/>
    <dgm:cxn modelId="{6E77978B-99A3-4F7F-828E-48F52E6F70DB}" type="presParOf" srcId="{1C059243-D67B-4C10-A55D-15F494CC9DCA}" destId="{6345D168-BE5A-496B-AE8E-0E102CD7B979}" srcOrd="2" destOrd="0" presId="urn:microsoft.com/office/officeart/2018/2/layout/IconVerticalSolidList"/>
    <dgm:cxn modelId="{F1B6494B-33C9-4DCB-B1FD-50194CFF9618}" type="presParOf" srcId="{6345D168-BE5A-496B-AE8E-0E102CD7B979}" destId="{6C2E33C8-643D-46F5-9D72-D0BA26504FE1}" srcOrd="0" destOrd="0" presId="urn:microsoft.com/office/officeart/2018/2/layout/IconVerticalSolidList"/>
    <dgm:cxn modelId="{D9B44E41-AFE2-488C-8352-D483A2A34A8B}" type="presParOf" srcId="{6345D168-BE5A-496B-AE8E-0E102CD7B979}" destId="{87310400-4B39-48F6-8C16-31B1FDE50D2D}" srcOrd="1" destOrd="0" presId="urn:microsoft.com/office/officeart/2018/2/layout/IconVerticalSolidList"/>
    <dgm:cxn modelId="{87B12545-FBDC-4E00-BB3A-62A322ED5487}" type="presParOf" srcId="{6345D168-BE5A-496B-AE8E-0E102CD7B979}" destId="{2CA5D841-3D44-42F0-803E-889490AC7D5D}" srcOrd="2" destOrd="0" presId="urn:microsoft.com/office/officeart/2018/2/layout/IconVerticalSolidList"/>
    <dgm:cxn modelId="{563900C3-FBE8-48DD-9E7E-BE74B555A961}" type="presParOf" srcId="{6345D168-BE5A-496B-AE8E-0E102CD7B979}" destId="{64E963AD-B1FA-4034-867A-778C324277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969D0E9-178C-4DD0-A753-C5515764580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8E5C4FD-A298-4867-82E5-59A61F4D333D}">
      <dgm:prSet/>
      <dgm:spPr/>
      <dgm:t>
        <a:bodyPr/>
        <a:lstStyle/>
        <a:p>
          <a:r>
            <a:rPr lang="en-US"/>
            <a:t>5. Crear un usuario Alumno2 con contraseña</a:t>
          </a:r>
        </a:p>
      </dgm:t>
    </dgm:pt>
    <dgm:pt modelId="{8764D4DF-F05E-4713-AF25-9EF68F8F2DAA}" type="parTrans" cxnId="{3317D186-5902-4C0A-A843-4D9FFB3D5D13}">
      <dgm:prSet/>
      <dgm:spPr/>
      <dgm:t>
        <a:bodyPr/>
        <a:lstStyle/>
        <a:p>
          <a:endParaRPr lang="en-US"/>
        </a:p>
      </dgm:t>
    </dgm:pt>
    <dgm:pt modelId="{BEBE1BDF-CB4E-4D9E-A914-6494316FD43E}" type="sibTrans" cxnId="{3317D186-5902-4C0A-A843-4D9FFB3D5D13}">
      <dgm:prSet/>
      <dgm:spPr/>
      <dgm:t>
        <a:bodyPr/>
        <a:lstStyle/>
        <a:p>
          <a:endParaRPr lang="en-US"/>
        </a:p>
      </dgm:t>
    </dgm:pt>
    <dgm:pt modelId="{FFCD40CB-C6F8-4BF8-9C43-55D478394EAB}">
      <dgm:prSet/>
      <dgm:spPr/>
      <dgm:t>
        <a:bodyPr/>
        <a:lstStyle/>
        <a:p>
          <a:r>
            <a:rPr lang="en-US"/>
            <a:t>6. Deshabilitar el usuario Alumno2</a:t>
          </a:r>
        </a:p>
      </dgm:t>
    </dgm:pt>
    <dgm:pt modelId="{719FE8EF-F9CB-4763-B33A-04A54B5EFA20}" type="parTrans" cxnId="{F0BCBE02-0C31-4256-B19B-DC6E22EDFD53}">
      <dgm:prSet/>
      <dgm:spPr/>
      <dgm:t>
        <a:bodyPr/>
        <a:lstStyle/>
        <a:p>
          <a:endParaRPr lang="en-US"/>
        </a:p>
      </dgm:t>
    </dgm:pt>
    <dgm:pt modelId="{6D1203E3-2561-4BF2-8384-27619509E4AD}" type="sibTrans" cxnId="{F0BCBE02-0C31-4256-B19B-DC6E22EDFD53}">
      <dgm:prSet/>
      <dgm:spPr/>
      <dgm:t>
        <a:bodyPr/>
        <a:lstStyle/>
        <a:p>
          <a:endParaRPr lang="en-US"/>
        </a:p>
      </dgm:t>
    </dgm:pt>
    <dgm:pt modelId="{FC798858-5826-42A1-A91A-889FCD99995E}">
      <dgm:prSet/>
      <dgm:spPr/>
      <dgm:t>
        <a:bodyPr/>
        <a:lstStyle/>
        <a:p>
          <a:r>
            <a:rPr lang="en-US"/>
            <a:t>7. Volver a habilitar Alumno2</a:t>
          </a:r>
        </a:p>
      </dgm:t>
    </dgm:pt>
    <dgm:pt modelId="{3827411E-78A2-440D-8F23-A5F7C1614036}" type="parTrans" cxnId="{2808DA6B-3C5B-4EF7-B46A-1B4EC6B40B70}">
      <dgm:prSet/>
      <dgm:spPr/>
      <dgm:t>
        <a:bodyPr/>
        <a:lstStyle/>
        <a:p>
          <a:endParaRPr lang="en-US"/>
        </a:p>
      </dgm:t>
    </dgm:pt>
    <dgm:pt modelId="{82D9547A-4DA9-4146-9E7C-AF66855CC478}" type="sibTrans" cxnId="{2808DA6B-3C5B-4EF7-B46A-1B4EC6B40B70}">
      <dgm:prSet/>
      <dgm:spPr/>
      <dgm:t>
        <a:bodyPr/>
        <a:lstStyle/>
        <a:p>
          <a:endParaRPr lang="en-US"/>
        </a:p>
      </dgm:t>
    </dgm:pt>
    <dgm:pt modelId="{1BE194F2-33F3-4344-9F79-8039EF244561}">
      <dgm:prSet/>
      <dgm:spPr/>
      <dgm:t>
        <a:bodyPr/>
        <a:lstStyle/>
        <a:p>
          <a:r>
            <a:rPr lang="en-US"/>
            <a:t>8. Eliminar Alumno2</a:t>
          </a:r>
        </a:p>
      </dgm:t>
    </dgm:pt>
    <dgm:pt modelId="{DB5389FC-3163-4694-A3EE-EDB3CB8E25EA}" type="parTrans" cxnId="{EE7EA46D-9A53-4C7E-99AE-21918F6D7CC9}">
      <dgm:prSet/>
      <dgm:spPr/>
      <dgm:t>
        <a:bodyPr/>
        <a:lstStyle/>
        <a:p>
          <a:endParaRPr lang="en-US"/>
        </a:p>
      </dgm:t>
    </dgm:pt>
    <dgm:pt modelId="{BF79B8DD-FD7F-4B72-9470-5E310143528E}" type="sibTrans" cxnId="{EE7EA46D-9A53-4C7E-99AE-21918F6D7CC9}">
      <dgm:prSet/>
      <dgm:spPr/>
      <dgm:t>
        <a:bodyPr/>
        <a:lstStyle/>
        <a:p>
          <a:endParaRPr lang="en-US"/>
        </a:p>
      </dgm:t>
    </dgm:pt>
    <dgm:pt modelId="{923B830D-9089-4D24-A1F8-0C2501204AAB}" type="pres">
      <dgm:prSet presAssocID="{2969D0E9-178C-4DD0-A753-C55157645800}" presName="vert0" presStyleCnt="0">
        <dgm:presLayoutVars>
          <dgm:dir/>
          <dgm:animOne val="branch"/>
          <dgm:animLvl val="lvl"/>
        </dgm:presLayoutVars>
      </dgm:prSet>
      <dgm:spPr/>
    </dgm:pt>
    <dgm:pt modelId="{CA60A025-615D-472C-A7A7-631E232936B6}" type="pres">
      <dgm:prSet presAssocID="{48E5C4FD-A298-4867-82E5-59A61F4D333D}" presName="thickLine" presStyleLbl="alignNode1" presStyleIdx="0" presStyleCnt="4"/>
      <dgm:spPr/>
    </dgm:pt>
    <dgm:pt modelId="{D6996189-A7E9-498B-9C36-9867140B8D40}" type="pres">
      <dgm:prSet presAssocID="{48E5C4FD-A298-4867-82E5-59A61F4D333D}" presName="horz1" presStyleCnt="0"/>
      <dgm:spPr/>
    </dgm:pt>
    <dgm:pt modelId="{C7C51415-242E-4484-9006-4E4FED752346}" type="pres">
      <dgm:prSet presAssocID="{48E5C4FD-A298-4867-82E5-59A61F4D333D}" presName="tx1" presStyleLbl="revTx" presStyleIdx="0" presStyleCnt="4"/>
      <dgm:spPr/>
    </dgm:pt>
    <dgm:pt modelId="{5CFED98D-9CBE-439A-BFAC-47985C054799}" type="pres">
      <dgm:prSet presAssocID="{48E5C4FD-A298-4867-82E5-59A61F4D333D}" presName="vert1" presStyleCnt="0"/>
      <dgm:spPr/>
    </dgm:pt>
    <dgm:pt modelId="{B18A2E02-1957-4912-83A5-D1CA0852A147}" type="pres">
      <dgm:prSet presAssocID="{FFCD40CB-C6F8-4BF8-9C43-55D478394EAB}" presName="thickLine" presStyleLbl="alignNode1" presStyleIdx="1" presStyleCnt="4"/>
      <dgm:spPr/>
    </dgm:pt>
    <dgm:pt modelId="{4F6510F5-A294-45F4-920A-2A0B2A0D50A7}" type="pres">
      <dgm:prSet presAssocID="{FFCD40CB-C6F8-4BF8-9C43-55D478394EAB}" presName="horz1" presStyleCnt="0"/>
      <dgm:spPr/>
    </dgm:pt>
    <dgm:pt modelId="{ECBA7C02-4291-44A3-952D-3A57CC2FF2ED}" type="pres">
      <dgm:prSet presAssocID="{FFCD40CB-C6F8-4BF8-9C43-55D478394EAB}" presName="tx1" presStyleLbl="revTx" presStyleIdx="1" presStyleCnt="4"/>
      <dgm:spPr/>
    </dgm:pt>
    <dgm:pt modelId="{ECD8CF00-F49C-443C-944F-F0D1551918A7}" type="pres">
      <dgm:prSet presAssocID="{FFCD40CB-C6F8-4BF8-9C43-55D478394EAB}" presName="vert1" presStyleCnt="0"/>
      <dgm:spPr/>
    </dgm:pt>
    <dgm:pt modelId="{EF0811B4-B537-4A83-8AFC-9D129C29AEAB}" type="pres">
      <dgm:prSet presAssocID="{FC798858-5826-42A1-A91A-889FCD99995E}" presName="thickLine" presStyleLbl="alignNode1" presStyleIdx="2" presStyleCnt="4"/>
      <dgm:spPr/>
    </dgm:pt>
    <dgm:pt modelId="{90E018C5-D8FC-44B9-8CE9-41DD27ECF8A2}" type="pres">
      <dgm:prSet presAssocID="{FC798858-5826-42A1-A91A-889FCD99995E}" presName="horz1" presStyleCnt="0"/>
      <dgm:spPr/>
    </dgm:pt>
    <dgm:pt modelId="{E6456DF5-E368-4576-A579-FE92ED05B4E4}" type="pres">
      <dgm:prSet presAssocID="{FC798858-5826-42A1-A91A-889FCD99995E}" presName="tx1" presStyleLbl="revTx" presStyleIdx="2" presStyleCnt="4"/>
      <dgm:spPr/>
    </dgm:pt>
    <dgm:pt modelId="{6AB09B09-9D9C-4634-A8FB-AB1999CFF9BB}" type="pres">
      <dgm:prSet presAssocID="{FC798858-5826-42A1-A91A-889FCD99995E}" presName="vert1" presStyleCnt="0"/>
      <dgm:spPr/>
    </dgm:pt>
    <dgm:pt modelId="{FEB7B94B-D1DD-4D0E-BF28-50ACED438EE3}" type="pres">
      <dgm:prSet presAssocID="{1BE194F2-33F3-4344-9F79-8039EF244561}" presName="thickLine" presStyleLbl="alignNode1" presStyleIdx="3" presStyleCnt="4"/>
      <dgm:spPr/>
    </dgm:pt>
    <dgm:pt modelId="{A6639C5C-49DF-49E4-970F-6A6E6FC3EA0E}" type="pres">
      <dgm:prSet presAssocID="{1BE194F2-33F3-4344-9F79-8039EF244561}" presName="horz1" presStyleCnt="0"/>
      <dgm:spPr/>
    </dgm:pt>
    <dgm:pt modelId="{5049C31F-AB8D-43C4-801D-52FFF7E177FF}" type="pres">
      <dgm:prSet presAssocID="{1BE194F2-33F3-4344-9F79-8039EF244561}" presName="tx1" presStyleLbl="revTx" presStyleIdx="3" presStyleCnt="4"/>
      <dgm:spPr/>
    </dgm:pt>
    <dgm:pt modelId="{64A83E1A-28C4-4FC4-9349-A79B60B900A4}" type="pres">
      <dgm:prSet presAssocID="{1BE194F2-33F3-4344-9F79-8039EF244561}" presName="vert1" presStyleCnt="0"/>
      <dgm:spPr/>
    </dgm:pt>
  </dgm:ptLst>
  <dgm:cxnLst>
    <dgm:cxn modelId="{F0BCBE02-0C31-4256-B19B-DC6E22EDFD53}" srcId="{2969D0E9-178C-4DD0-A753-C55157645800}" destId="{FFCD40CB-C6F8-4BF8-9C43-55D478394EAB}" srcOrd="1" destOrd="0" parTransId="{719FE8EF-F9CB-4763-B33A-04A54B5EFA20}" sibTransId="{6D1203E3-2561-4BF2-8384-27619509E4AD}"/>
    <dgm:cxn modelId="{E234641F-BD84-4652-A43F-A3B53AA590E9}" type="presOf" srcId="{1BE194F2-33F3-4344-9F79-8039EF244561}" destId="{5049C31F-AB8D-43C4-801D-52FFF7E177FF}" srcOrd="0" destOrd="0" presId="urn:microsoft.com/office/officeart/2008/layout/LinedList"/>
    <dgm:cxn modelId="{0B3D163E-0293-435A-9AF0-AC1B35795BEE}" type="presOf" srcId="{FFCD40CB-C6F8-4BF8-9C43-55D478394EAB}" destId="{ECBA7C02-4291-44A3-952D-3A57CC2FF2ED}" srcOrd="0" destOrd="0" presId="urn:microsoft.com/office/officeart/2008/layout/LinedList"/>
    <dgm:cxn modelId="{66E0CE46-672C-490F-A005-B2867633CD6A}" type="presOf" srcId="{2969D0E9-178C-4DD0-A753-C55157645800}" destId="{923B830D-9089-4D24-A1F8-0C2501204AAB}" srcOrd="0" destOrd="0" presId="urn:microsoft.com/office/officeart/2008/layout/LinedList"/>
    <dgm:cxn modelId="{2808DA6B-3C5B-4EF7-B46A-1B4EC6B40B70}" srcId="{2969D0E9-178C-4DD0-A753-C55157645800}" destId="{FC798858-5826-42A1-A91A-889FCD99995E}" srcOrd="2" destOrd="0" parTransId="{3827411E-78A2-440D-8F23-A5F7C1614036}" sibTransId="{82D9547A-4DA9-4146-9E7C-AF66855CC478}"/>
    <dgm:cxn modelId="{EE7EA46D-9A53-4C7E-99AE-21918F6D7CC9}" srcId="{2969D0E9-178C-4DD0-A753-C55157645800}" destId="{1BE194F2-33F3-4344-9F79-8039EF244561}" srcOrd="3" destOrd="0" parTransId="{DB5389FC-3163-4694-A3EE-EDB3CB8E25EA}" sibTransId="{BF79B8DD-FD7F-4B72-9470-5E310143528E}"/>
    <dgm:cxn modelId="{787CA972-9B47-48AB-A2D1-245BCC5F419B}" type="presOf" srcId="{48E5C4FD-A298-4867-82E5-59A61F4D333D}" destId="{C7C51415-242E-4484-9006-4E4FED752346}" srcOrd="0" destOrd="0" presId="urn:microsoft.com/office/officeart/2008/layout/LinedList"/>
    <dgm:cxn modelId="{3317D186-5902-4C0A-A843-4D9FFB3D5D13}" srcId="{2969D0E9-178C-4DD0-A753-C55157645800}" destId="{48E5C4FD-A298-4867-82E5-59A61F4D333D}" srcOrd="0" destOrd="0" parTransId="{8764D4DF-F05E-4713-AF25-9EF68F8F2DAA}" sibTransId="{BEBE1BDF-CB4E-4D9E-A914-6494316FD43E}"/>
    <dgm:cxn modelId="{DD8549E2-2AD2-46E6-8996-8FA1BCAA6F02}" type="presOf" srcId="{FC798858-5826-42A1-A91A-889FCD99995E}" destId="{E6456DF5-E368-4576-A579-FE92ED05B4E4}" srcOrd="0" destOrd="0" presId="urn:microsoft.com/office/officeart/2008/layout/LinedList"/>
    <dgm:cxn modelId="{B8BC8064-2F73-41FA-A593-5565D3324031}" type="presParOf" srcId="{923B830D-9089-4D24-A1F8-0C2501204AAB}" destId="{CA60A025-615D-472C-A7A7-631E232936B6}" srcOrd="0" destOrd="0" presId="urn:microsoft.com/office/officeart/2008/layout/LinedList"/>
    <dgm:cxn modelId="{BDCFE91E-C644-4FEE-BC4D-33BC89C2CD3E}" type="presParOf" srcId="{923B830D-9089-4D24-A1F8-0C2501204AAB}" destId="{D6996189-A7E9-498B-9C36-9867140B8D40}" srcOrd="1" destOrd="0" presId="urn:microsoft.com/office/officeart/2008/layout/LinedList"/>
    <dgm:cxn modelId="{7C91402D-EFED-46CB-ACEF-32E943091B0A}" type="presParOf" srcId="{D6996189-A7E9-498B-9C36-9867140B8D40}" destId="{C7C51415-242E-4484-9006-4E4FED752346}" srcOrd="0" destOrd="0" presId="urn:microsoft.com/office/officeart/2008/layout/LinedList"/>
    <dgm:cxn modelId="{40BBF7A7-D25A-428D-9170-F90117F6DD5B}" type="presParOf" srcId="{D6996189-A7E9-498B-9C36-9867140B8D40}" destId="{5CFED98D-9CBE-439A-BFAC-47985C054799}" srcOrd="1" destOrd="0" presId="urn:microsoft.com/office/officeart/2008/layout/LinedList"/>
    <dgm:cxn modelId="{0A091431-9CAB-453A-87E3-93140D0DF0FA}" type="presParOf" srcId="{923B830D-9089-4D24-A1F8-0C2501204AAB}" destId="{B18A2E02-1957-4912-83A5-D1CA0852A147}" srcOrd="2" destOrd="0" presId="urn:microsoft.com/office/officeart/2008/layout/LinedList"/>
    <dgm:cxn modelId="{4791B2FE-68F2-4E34-AB49-9C3798AF32C8}" type="presParOf" srcId="{923B830D-9089-4D24-A1F8-0C2501204AAB}" destId="{4F6510F5-A294-45F4-920A-2A0B2A0D50A7}" srcOrd="3" destOrd="0" presId="urn:microsoft.com/office/officeart/2008/layout/LinedList"/>
    <dgm:cxn modelId="{EF38524D-02EF-4863-858D-CEDDBE658E9F}" type="presParOf" srcId="{4F6510F5-A294-45F4-920A-2A0B2A0D50A7}" destId="{ECBA7C02-4291-44A3-952D-3A57CC2FF2ED}" srcOrd="0" destOrd="0" presId="urn:microsoft.com/office/officeart/2008/layout/LinedList"/>
    <dgm:cxn modelId="{C37B8385-FCF7-4156-9EB7-0F4CBD5D6C59}" type="presParOf" srcId="{4F6510F5-A294-45F4-920A-2A0B2A0D50A7}" destId="{ECD8CF00-F49C-443C-944F-F0D1551918A7}" srcOrd="1" destOrd="0" presId="urn:microsoft.com/office/officeart/2008/layout/LinedList"/>
    <dgm:cxn modelId="{9D3D352A-3ABF-485F-A126-9C19DEB06AFA}" type="presParOf" srcId="{923B830D-9089-4D24-A1F8-0C2501204AAB}" destId="{EF0811B4-B537-4A83-8AFC-9D129C29AEAB}" srcOrd="4" destOrd="0" presId="urn:microsoft.com/office/officeart/2008/layout/LinedList"/>
    <dgm:cxn modelId="{A5F54FA1-8608-4427-B065-9233A2F6FFB7}" type="presParOf" srcId="{923B830D-9089-4D24-A1F8-0C2501204AAB}" destId="{90E018C5-D8FC-44B9-8CE9-41DD27ECF8A2}" srcOrd="5" destOrd="0" presId="urn:microsoft.com/office/officeart/2008/layout/LinedList"/>
    <dgm:cxn modelId="{98DE2022-11A9-4A5C-A272-E27708559C94}" type="presParOf" srcId="{90E018C5-D8FC-44B9-8CE9-41DD27ECF8A2}" destId="{E6456DF5-E368-4576-A579-FE92ED05B4E4}" srcOrd="0" destOrd="0" presId="urn:microsoft.com/office/officeart/2008/layout/LinedList"/>
    <dgm:cxn modelId="{53CD8B7B-A928-4CB0-ACE3-8A793AD98A59}" type="presParOf" srcId="{90E018C5-D8FC-44B9-8CE9-41DD27ECF8A2}" destId="{6AB09B09-9D9C-4634-A8FB-AB1999CFF9BB}" srcOrd="1" destOrd="0" presId="urn:microsoft.com/office/officeart/2008/layout/LinedList"/>
    <dgm:cxn modelId="{639EB597-3A5C-4E36-B54D-1CE89F247853}" type="presParOf" srcId="{923B830D-9089-4D24-A1F8-0C2501204AAB}" destId="{FEB7B94B-D1DD-4D0E-BF28-50ACED438EE3}" srcOrd="6" destOrd="0" presId="urn:microsoft.com/office/officeart/2008/layout/LinedList"/>
    <dgm:cxn modelId="{58155182-11C2-416A-9430-60DAC8A94D23}" type="presParOf" srcId="{923B830D-9089-4D24-A1F8-0C2501204AAB}" destId="{A6639C5C-49DF-49E4-970F-6A6E6FC3EA0E}" srcOrd="7" destOrd="0" presId="urn:microsoft.com/office/officeart/2008/layout/LinedList"/>
    <dgm:cxn modelId="{80A7FEBB-C8E8-4FA9-B933-D08759DBE86A}" type="presParOf" srcId="{A6639C5C-49DF-49E4-970F-6A6E6FC3EA0E}" destId="{5049C31F-AB8D-43C4-801D-52FFF7E177FF}" srcOrd="0" destOrd="0" presId="urn:microsoft.com/office/officeart/2008/layout/LinedList"/>
    <dgm:cxn modelId="{46EB3C4C-8AD9-4F89-8567-45BFE8FFF53D}" type="presParOf" srcId="{A6639C5C-49DF-49E4-970F-6A6E6FC3EA0E}" destId="{64A83E1A-28C4-4FC4-9349-A79B60B900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935440C-4FFD-4AFC-ABA3-A1C067D077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5C75F18-EF6C-4707-AAF1-B38BA3B19D15}">
      <dgm:prSet/>
      <dgm:spPr/>
      <dgm:t>
        <a:bodyPr/>
        <a:lstStyle/>
        <a:p>
          <a:r>
            <a:rPr lang="en-US"/>
            <a:t>9. Crear un grupo Profesores</a:t>
          </a:r>
        </a:p>
      </dgm:t>
    </dgm:pt>
    <dgm:pt modelId="{CEACC135-E1B0-434C-B0E4-C88955151786}" type="parTrans" cxnId="{07FF4DB0-986C-4A1F-A12A-E5708F2AAC0D}">
      <dgm:prSet/>
      <dgm:spPr/>
      <dgm:t>
        <a:bodyPr/>
        <a:lstStyle/>
        <a:p>
          <a:endParaRPr lang="en-US"/>
        </a:p>
      </dgm:t>
    </dgm:pt>
    <dgm:pt modelId="{3FB65445-DACC-47B2-A13E-A12B7F880624}" type="sibTrans" cxnId="{07FF4DB0-986C-4A1F-A12A-E5708F2AAC0D}">
      <dgm:prSet/>
      <dgm:spPr/>
      <dgm:t>
        <a:bodyPr/>
        <a:lstStyle/>
        <a:p>
          <a:endParaRPr lang="en-US"/>
        </a:p>
      </dgm:t>
    </dgm:pt>
    <dgm:pt modelId="{D2AA080E-AC2A-477C-8340-486FBBFA616A}">
      <dgm:prSet/>
      <dgm:spPr/>
      <dgm:t>
        <a:bodyPr/>
        <a:lstStyle/>
        <a:p>
          <a:r>
            <a:rPr lang="en-US"/>
            <a:t>10. Añadir un usuario existente al grupo Profesores</a:t>
          </a:r>
        </a:p>
      </dgm:t>
    </dgm:pt>
    <dgm:pt modelId="{FA3C692A-6A40-4CBC-B6CA-3C7DC55CF421}" type="parTrans" cxnId="{251A1BEA-7514-4AA2-950F-283C1B897376}">
      <dgm:prSet/>
      <dgm:spPr/>
      <dgm:t>
        <a:bodyPr/>
        <a:lstStyle/>
        <a:p>
          <a:endParaRPr lang="en-US"/>
        </a:p>
      </dgm:t>
    </dgm:pt>
    <dgm:pt modelId="{D26A2052-6358-42A9-81B3-44D739680B9C}" type="sibTrans" cxnId="{251A1BEA-7514-4AA2-950F-283C1B897376}">
      <dgm:prSet/>
      <dgm:spPr/>
      <dgm:t>
        <a:bodyPr/>
        <a:lstStyle/>
        <a:p>
          <a:endParaRPr lang="en-US"/>
        </a:p>
      </dgm:t>
    </dgm:pt>
    <dgm:pt modelId="{D9665CE5-B3C1-41B7-B30B-2DD43D27E79C}">
      <dgm:prSet/>
      <dgm:spPr/>
      <dgm:t>
        <a:bodyPr/>
        <a:lstStyle/>
        <a:p>
          <a:r>
            <a:rPr lang="en-US"/>
            <a:t>11. Listar miembros del grupo Profesores</a:t>
          </a:r>
        </a:p>
      </dgm:t>
    </dgm:pt>
    <dgm:pt modelId="{99404DDA-F015-4A22-A37D-E9F69CC71E86}" type="parTrans" cxnId="{46FD9444-0E1D-469F-8AE0-ED9550A8ED98}">
      <dgm:prSet/>
      <dgm:spPr/>
      <dgm:t>
        <a:bodyPr/>
        <a:lstStyle/>
        <a:p>
          <a:endParaRPr lang="en-US"/>
        </a:p>
      </dgm:t>
    </dgm:pt>
    <dgm:pt modelId="{0D499476-46DC-416F-B655-B4E14CE40392}" type="sibTrans" cxnId="{46FD9444-0E1D-469F-8AE0-ED9550A8ED98}">
      <dgm:prSet/>
      <dgm:spPr/>
      <dgm:t>
        <a:bodyPr/>
        <a:lstStyle/>
        <a:p>
          <a:endParaRPr lang="en-US"/>
        </a:p>
      </dgm:t>
    </dgm:pt>
    <dgm:pt modelId="{7279E943-FACA-4EE8-B01C-B3596C9AF3D9}" type="pres">
      <dgm:prSet presAssocID="{B935440C-4FFD-4AFC-ABA3-A1C067D077CC}" presName="root" presStyleCnt="0">
        <dgm:presLayoutVars>
          <dgm:dir/>
          <dgm:resizeHandles val="exact"/>
        </dgm:presLayoutVars>
      </dgm:prSet>
      <dgm:spPr/>
    </dgm:pt>
    <dgm:pt modelId="{8A074876-869B-445D-BC66-09A097EE58CB}" type="pres">
      <dgm:prSet presAssocID="{D5C75F18-EF6C-4707-AAF1-B38BA3B19D15}" presName="compNode" presStyleCnt="0"/>
      <dgm:spPr/>
    </dgm:pt>
    <dgm:pt modelId="{E00F35D2-EDA0-4629-9E31-00CAE75D72A9}" type="pres">
      <dgm:prSet presAssocID="{D5C75F18-EF6C-4707-AAF1-B38BA3B19D15}" presName="bgRect" presStyleLbl="bgShp" presStyleIdx="0" presStyleCnt="3"/>
      <dgm:spPr/>
    </dgm:pt>
    <dgm:pt modelId="{CFFB0991-2502-4DBD-8AC8-CB0143E7795C}" type="pres">
      <dgm:prSet presAssocID="{D5C75F18-EF6C-4707-AAF1-B38BA3B19D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5D801B9F-A332-455F-9309-878A18753311}" type="pres">
      <dgm:prSet presAssocID="{D5C75F18-EF6C-4707-AAF1-B38BA3B19D15}" presName="spaceRect" presStyleCnt="0"/>
      <dgm:spPr/>
    </dgm:pt>
    <dgm:pt modelId="{74A59E7C-49BD-4BA4-8F27-36FB2F74FDBB}" type="pres">
      <dgm:prSet presAssocID="{D5C75F18-EF6C-4707-AAF1-B38BA3B19D15}" presName="parTx" presStyleLbl="revTx" presStyleIdx="0" presStyleCnt="3">
        <dgm:presLayoutVars>
          <dgm:chMax val="0"/>
          <dgm:chPref val="0"/>
        </dgm:presLayoutVars>
      </dgm:prSet>
      <dgm:spPr/>
    </dgm:pt>
    <dgm:pt modelId="{B8AC96FB-46F1-40DF-AC99-031D89BB59FA}" type="pres">
      <dgm:prSet presAssocID="{3FB65445-DACC-47B2-A13E-A12B7F880624}" presName="sibTrans" presStyleCnt="0"/>
      <dgm:spPr/>
    </dgm:pt>
    <dgm:pt modelId="{F05D1569-F876-4770-8E80-55BE8338FB6B}" type="pres">
      <dgm:prSet presAssocID="{D2AA080E-AC2A-477C-8340-486FBBFA616A}" presName="compNode" presStyleCnt="0"/>
      <dgm:spPr/>
    </dgm:pt>
    <dgm:pt modelId="{612FE7C2-A839-4E5B-BB08-F5F2D9D2FC0F}" type="pres">
      <dgm:prSet presAssocID="{D2AA080E-AC2A-477C-8340-486FBBFA616A}" presName="bgRect" presStyleLbl="bgShp" presStyleIdx="1" presStyleCnt="3"/>
      <dgm:spPr/>
    </dgm:pt>
    <dgm:pt modelId="{B535F1C4-F9A4-4FC6-AC3A-3829E1E048C6}" type="pres">
      <dgm:prSet presAssocID="{D2AA080E-AC2A-477C-8340-486FBBFA61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1CC32C90-DB69-46B3-A7D5-91FEBB636B49}" type="pres">
      <dgm:prSet presAssocID="{D2AA080E-AC2A-477C-8340-486FBBFA616A}" presName="spaceRect" presStyleCnt="0"/>
      <dgm:spPr/>
    </dgm:pt>
    <dgm:pt modelId="{F58E4CD1-D148-4078-AA43-8A7D909AE813}" type="pres">
      <dgm:prSet presAssocID="{D2AA080E-AC2A-477C-8340-486FBBFA616A}" presName="parTx" presStyleLbl="revTx" presStyleIdx="1" presStyleCnt="3">
        <dgm:presLayoutVars>
          <dgm:chMax val="0"/>
          <dgm:chPref val="0"/>
        </dgm:presLayoutVars>
      </dgm:prSet>
      <dgm:spPr/>
    </dgm:pt>
    <dgm:pt modelId="{CDAB0ED8-CEEF-4070-AD5D-C86677E46CE2}" type="pres">
      <dgm:prSet presAssocID="{D26A2052-6358-42A9-81B3-44D739680B9C}" presName="sibTrans" presStyleCnt="0"/>
      <dgm:spPr/>
    </dgm:pt>
    <dgm:pt modelId="{DDDD5F7B-12E0-4114-B369-8C643E385FF0}" type="pres">
      <dgm:prSet presAssocID="{D9665CE5-B3C1-41B7-B30B-2DD43D27E79C}" presName="compNode" presStyleCnt="0"/>
      <dgm:spPr/>
    </dgm:pt>
    <dgm:pt modelId="{74448DF0-B6AA-4E7B-8653-D8E5A3843CB2}" type="pres">
      <dgm:prSet presAssocID="{D9665CE5-B3C1-41B7-B30B-2DD43D27E79C}" presName="bgRect" presStyleLbl="bgShp" presStyleIdx="2" presStyleCnt="3"/>
      <dgm:spPr/>
    </dgm:pt>
    <dgm:pt modelId="{13DDAB7B-6E5B-4C13-B3A1-1CA9368E367A}" type="pres">
      <dgm:prSet presAssocID="{D9665CE5-B3C1-41B7-B30B-2DD43D27E79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3AB1BF06-3CCA-4D04-BB74-E3FFBB1D37C0}" type="pres">
      <dgm:prSet presAssocID="{D9665CE5-B3C1-41B7-B30B-2DD43D27E79C}" presName="spaceRect" presStyleCnt="0"/>
      <dgm:spPr/>
    </dgm:pt>
    <dgm:pt modelId="{5BD69E44-C2D7-4E67-B537-53113B84084D}" type="pres">
      <dgm:prSet presAssocID="{D9665CE5-B3C1-41B7-B30B-2DD43D27E79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88EB13-DA34-4F5F-AE47-4D281A45F341}" type="presOf" srcId="{D5C75F18-EF6C-4707-AAF1-B38BA3B19D15}" destId="{74A59E7C-49BD-4BA4-8F27-36FB2F74FDBB}" srcOrd="0" destOrd="0" presId="urn:microsoft.com/office/officeart/2018/2/layout/IconVerticalSolidList"/>
    <dgm:cxn modelId="{46FD9444-0E1D-469F-8AE0-ED9550A8ED98}" srcId="{B935440C-4FFD-4AFC-ABA3-A1C067D077CC}" destId="{D9665CE5-B3C1-41B7-B30B-2DD43D27E79C}" srcOrd="2" destOrd="0" parTransId="{99404DDA-F015-4A22-A37D-E9F69CC71E86}" sibTransId="{0D499476-46DC-416F-B655-B4E14CE40392}"/>
    <dgm:cxn modelId="{2206D36F-5167-4497-ACF5-BA70A07D462D}" type="presOf" srcId="{D9665CE5-B3C1-41B7-B30B-2DD43D27E79C}" destId="{5BD69E44-C2D7-4E67-B537-53113B84084D}" srcOrd="0" destOrd="0" presId="urn:microsoft.com/office/officeart/2018/2/layout/IconVerticalSolidList"/>
    <dgm:cxn modelId="{8B0D5689-B9FD-4F0B-BE36-AB133EDCFB03}" type="presOf" srcId="{B935440C-4FFD-4AFC-ABA3-A1C067D077CC}" destId="{7279E943-FACA-4EE8-B01C-B3596C9AF3D9}" srcOrd="0" destOrd="0" presId="urn:microsoft.com/office/officeart/2018/2/layout/IconVerticalSolidList"/>
    <dgm:cxn modelId="{07FF4DB0-986C-4A1F-A12A-E5708F2AAC0D}" srcId="{B935440C-4FFD-4AFC-ABA3-A1C067D077CC}" destId="{D5C75F18-EF6C-4707-AAF1-B38BA3B19D15}" srcOrd="0" destOrd="0" parTransId="{CEACC135-E1B0-434C-B0E4-C88955151786}" sibTransId="{3FB65445-DACC-47B2-A13E-A12B7F880624}"/>
    <dgm:cxn modelId="{CA4BC2B1-9B75-4D2D-A0FB-554C66C091FC}" type="presOf" srcId="{D2AA080E-AC2A-477C-8340-486FBBFA616A}" destId="{F58E4CD1-D148-4078-AA43-8A7D909AE813}" srcOrd="0" destOrd="0" presId="urn:microsoft.com/office/officeart/2018/2/layout/IconVerticalSolidList"/>
    <dgm:cxn modelId="{251A1BEA-7514-4AA2-950F-283C1B897376}" srcId="{B935440C-4FFD-4AFC-ABA3-A1C067D077CC}" destId="{D2AA080E-AC2A-477C-8340-486FBBFA616A}" srcOrd="1" destOrd="0" parTransId="{FA3C692A-6A40-4CBC-B6CA-3C7DC55CF421}" sibTransId="{D26A2052-6358-42A9-81B3-44D739680B9C}"/>
    <dgm:cxn modelId="{91913E31-7B44-49B9-B5F0-B982EF12B70D}" type="presParOf" srcId="{7279E943-FACA-4EE8-B01C-B3596C9AF3D9}" destId="{8A074876-869B-445D-BC66-09A097EE58CB}" srcOrd="0" destOrd="0" presId="urn:microsoft.com/office/officeart/2018/2/layout/IconVerticalSolidList"/>
    <dgm:cxn modelId="{503C5CA2-08ED-4A7A-99D7-486DEDDF9A5E}" type="presParOf" srcId="{8A074876-869B-445D-BC66-09A097EE58CB}" destId="{E00F35D2-EDA0-4629-9E31-00CAE75D72A9}" srcOrd="0" destOrd="0" presId="urn:microsoft.com/office/officeart/2018/2/layout/IconVerticalSolidList"/>
    <dgm:cxn modelId="{6E453A66-4130-473D-B5E8-27DCC9C1C433}" type="presParOf" srcId="{8A074876-869B-445D-BC66-09A097EE58CB}" destId="{CFFB0991-2502-4DBD-8AC8-CB0143E7795C}" srcOrd="1" destOrd="0" presId="urn:microsoft.com/office/officeart/2018/2/layout/IconVerticalSolidList"/>
    <dgm:cxn modelId="{AB86F1EF-B6EF-4C80-9096-5C3C0F6DE36C}" type="presParOf" srcId="{8A074876-869B-445D-BC66-09A097EE58CB}" destId="{5D801B9F-A332-455F-9309-878A18753311}" srcOrd="2" destOrd="0" presId="urn:microsoft.com/office/officeart/2018/2/layout/IconVerticalSolidList"/>
    <dgm:cxn modelId="{3F359558-6B8F-4FBE-ADE6-151122DB3F9C}" type="presParOf" srcId="{8A074876-869B-445D-BC66-09A097EE58CB}" destId="{74A59E7C-49BD-4BA4-8F27-36FB2F74FDBB}" srcOrd="3" destOrd="0" presId="urn:microsoft.com/office/officeart/2018/2/layout/IconVerticalSolidList"/>
    <dgm:cxn modelId="{C864D1EF-F6CF-4CD0-A92C-54EB6B99359A}" type="presParOf" srcId="{7279E943-FACA-4EE8-B01C-B3596C9AF3D9}" destId="{B8AC96FB-46F1-40DF-AC99-031D89BB59FA}" srcOrd="1" destOrd="0" presId="urn:microsoft.com/office/officeart/2018/2/layout/IconVerticalSolidList"/>
    <dgm:cxn modelId="{7A81A061-2F43-4046-9B6D-E02A5957AE24}" type="presParOf" srcId="{7279E943-FACA-4EE8-B01C-B3596C9AF3D9}" destId="{F05D1569-F876-4770-8E80-55BE8338FB6B}" srcOrd="2" destOrd="0" presId="urn:microsoft.com/office/officeart/2018/2/layout/IconVerticalSolidList"/>
    <dgm:cxn modelId="{55BD4F21-DB20-4BDE-93A6-40FB7A2AA706}" type="presParOf" srcId="{F05D1569-F876-4770-8E80-55BE8338FB6B}" destId="{612FE7C2-A839-4E5B-BB08-F5F2D9D2FC0F}" srcOrd="0" destOrd="0" presId="urn:microsoft.com/office/officeart/2018/2/layout/IconVerticalSolidList"/>
    <dgm:cxn modelId="{5A948F3E-0E4A-4872-AA96-0FD8D8283F95}" type="presParOf" srcId="{F05D1569-F876-4770-8E80-55BE8338FB6B}" destId="{B535F1C4-F9A4-4FC6-AC3A-3829E1E048C6}" srcOrd="1" destOrd="0" presId="urn:microsoft.com/office/officeart/2018/2/layout/IconVerticalSolidList"/>
    <dgm:cxn modelId="{0A9CAAAE-E065-4DB5-9C04-DA954D6E99DE}" type="presParOf" srcId="{F05D1569-F876-4770-8E80-55BE8338FB6B}" destId="{1CC32C90-DB69-46B3-A7D5-91FEBB636B49}" srcOrd="2" destOrd="0" presId="urn:microsoft.com/office/officeart/2018/2/layout/IconVerticalSolidList"/>
    <dgm:cxn modelId="{7AD49E16-4CC0-4B7E-8298-C1E27317D5E9}" type="presParOf" srcId="{F05D1569-F876-4770-8E80-55BE8338FB6B}" destId="{F58E4CD1-D148-4078-AA43-8A7D909AE813}" srcOrd="3" destOrd="0" presId="urn:microsoft.com/office/officeart/2018/2/layout/IconVerticalSolidList"/>
    <dgm:cxn modelId="{FE7073A0-9E9A-49BF-9BA7-E1BBDCB2E7D4}" type="presParOf" srcId="{7279E943-FACA-4EE8-B01C-B3596C9AF3D9}" destId="{CDAB0ED8-CEEF-4070-AD5D-C86677E46CE2}" srcOrd="3" destOrd="0" presId="urn:microsoft.com/office/officeart/2018/2/layout/IconVerticalSolidList"/>
    <dgm:cxn modelId="{2A5DC151-2024-403D-8FD2-97127F3474A5}" type="presParOf" srcId="{7279E943-FACA-4EE8-B01C-B3596C9AF3D9}" destId="{DDDD5F7B-12E0-4114-B369-8C643E385FF0}" srcOrd="4" destOrd="0" presId="urn:microsoft.com/office/officeart/2018/2/layout/IconVerticalSolidList"/>
    <dgm:cxn modelId="{0E47BD82-732B-4001-BEC3-771F420149A4}" type="presParOf" srcId="{DDDD5F7B-12E0-4114-B369-8C643E385FF0}" destId="{74448DF0-B6AA-4E7B-8653-D8E5A3843CB2}" srcOrd="0" destOrd="0" presId="urn:microsoft.com/office/officeart/2018/2/layout/IconVerticalSolidList"/>
    <dgm:cxn modelId="{57C97097-ED04-4840-9A32-EBB269F9CB84}" type="presParOf" srcId="{DDDD5F7B-12E0-4114-B369-8C643E385FF0}" destId="{13DDAB7B-6E5B-4C13-B3A1-1CA9368E367A}" srcOrd="1" destOrd="0" presId="urn:microsoft.com/office/officeart/2018/2/layout/IconVerticalSolidList"/>
    <dgm:cxn modelId="{FF634FDB-E19C-40B4-977A-BBDB7E216D5B}" type="presParOf" srcId="{DDDD5F7B-12E0-4114-B369-8C643E385FF0}" destId="{3AB1BF06-3CCA-4D04-BB74-E3FFBB1D37C0}" srcOrd="2" destOrd="0" presId="urn:microsoft.com/office/officeart/2018/2/layout/IconVerticalSolidList"/>
    <dgm:cxn modelId="{968BBDB7-2A9F-4239-96C5-4F129B512468}" type="presParOf" srcId="{DDDD5F7B-12E0-4114-B369-8C643E385FF0}" destId="{5BD69E44-C2D7-4E67-B537-53113B8408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9BC8C07-1CB0-4C9F-AD5B-5C9808769EAC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B31894E-9E6D-40E5-9449-2FF72EE07C6B}">
      <dgm:prSet/>
      <dgm:spPr/>
      <dgm:t>
        <a:bodyPr/>
        <a:lstStyle/>
        <a:p>
          <a:r>
            <a:rPr lang="en-US"/>
            <a:t>12. Listar los últimos 10 eventos de seguridad</a:t>
          </a:r>
        </a:p>
      </dgm:t>
    </dgm:pt>
    <dgm:pt modelId="{20513D76-A3FA-4F1D-A9DA-68D10B0777E9}" type="parTrans" cxnId="{8E6C8D7A-D7AA-4FE4-BA10-EFB1522A5EB2}">
      <dgm:prSet/>
      <dgm:spPr/>
      <dgm:t>
        <a:bodyPr/>
        <a:lstStyle/>
        <a:p>
          <a:endParaRPr lang="en-US"/>
        </a:p>
      </dgm:t>
    </dgm:pt>
    <dgm:pt modelId="{048FD1F2-42A3-4F8A-AA74-98A16D077BCA}" type="sibTrans" cxnId="{8E6C8D7A-D7AA-4FE4-BA10-EFB1522A5EB2}">
      <dgm:prSet/>
      <dgm:spPr/>
      <dgm:t>
        <a:bodyPr/>
        <a:lstStyle/>
        <a:p>
          <a:endParaRPr lang="en-US"/>
        </a:p>
      </dgm:t>
    </dgm:pt>
    <dgm:pt modelId="{3D71F16D-7930-4C98-9C1F-B1EC68F6D69F}">
      <dgm:prSet/>
      <dgm:spPr/>
      <dgm:t>
        <a:bodyPr/>
        <a:lstStyle/>
        <a:p>
          <a:r>
            <a:rPr lang="en-US"/>
            <a:t>13. Filtrar intentos fallidos de inicio de sesión</a:t>
          </a:r>
        </a:p>
      </dgm:t>
    </dgm:pt>
    <dgm:pt modelId="{E964AB62-20C6-476C-A453-B2545E470F32}" type="parTrans" cxnId="{C3447CEC-8D48-4A6F-B9D3-2DDC2F97E1FE}">
      <dgm:prSet/>
      <dgm:spPr/>
      <dgm:t>
        <a:bodyPr/>
        <a:lstStyle/>
        <a:p>
          <a:endParaRPr lang="en-US"/>
        </a:p>
      </dgm:t>
    </dgm:pt>
    <dgm:pt modelId="{B475D2D0-D742-42FB-9ADD-01BA938726FC}" type="sibTrans" cxnId="{C3447CEC-8D48-4A6F-B9D3-2DDC2F97E1FE}">
      <dgm:prSet/>
      <dgm:spPr/>
      <dgm:t>
        <a:bodyPr/>
        <a:lstStyle/>
        <a:p>
          <a:endParaRPr lang="en-US"/>
        </a:p>
      </dgm:t>
    </dgm:pt>
    <dgm:pt modelId="{3B57A6AD-5347-4EDA-B78A-3FC9C38C46BC}">
      <dgm:prSet/>
      <dgm:spPr/>
      <dgm:t>
        <a:bodyPr/>
        <a:lstStyle/>
        <a:p>
          <a:r>
            <a:rPr lang="en-US"/>
            <a:t>14. Exportar eventos de seguridad a CSV</a:t>
          </a:r>
        </a:p>
      </dgm:t>
    </dgm:pt>
    <dgm:pt modelId="{493EF302-F70D-4748-9267-95D2E787A538}" type="parTrans" cxnId="{FEA35A00-3618-4BEE-9450-089CE6E174DD}">
      <dgm:prSet/>
      <dgm:spPr/>
      <dgm:t>
        <a:bodyPr/>
        <a:lstStyle/>
        <a:p>
          <a:endParaRPr lang="en-US"/>
        </a:p>
      </dgm:t>
    </dgm:pt>
    <dgm:pt modelId="{DE170F56-0FBC-406C-8A7F-61F8BAEB73D1}" type="sibTrans" cxnId="{FEA35A00-3618-4BEE-9450-089CE6E174DD}">
      <dgm:prSet/>
      <dgm:spPr/>
      <dgm:t>
        <a:bodyPr/>
        <a:lstStyle/>
        <a:p>
          <a:endParaRPr lang="en-US"/>
        </a:p>
      </dgm:t>
    </dgm:pt>
    <dgm:pt modelId="{177970C5-DCB1-44C0-B94E-B14DDAA5763B}" type="pres">
      <dgm:prSet presAssocID="{69BC8C07-1CB0-4C9F-AD5B-5C9808769EAC}" presName="vert0" presStyleCnt="0">
        <dgm:presLayoutVars>
          <dgm:dir/>
          <dgm:animOne val="branch"/>
          <dgm:animLvl val="lvl"/>
        </dgm:presLayoutVars>
      </dgm:prSet>
      <dgm:spPr/>
    </dgm:pt>
    <dgm:pt modelId="{8486ECAD-EECA-4C93-9070-C3F3A68104E9}" type="pres">
      <dgm:prSet presAssocID="{1B31894E-9E6D-40E5-9449-2FF72EE07C6B}" presName="thickLine" presStyleLbl="alignNode1" presStyleIdx="0" presStyleCnt="3"/>
      <dgm:spPr/>
    </dgm:pt>
    <dgm:pt modelId="{D6A5F1D5-BE13-4997-9B6A-FD05DA46F316}" type="pres">
      <dgm:prSet presAssocID="{1B31894E-9E6D-40E5-9449-2FF72EE07C6B}" presName="horz1" presStyleCnt="0"/>
      <dgm:spPr/>
    </dgm:pt>
    <dgm:pt modelId="{4A0082AA-7566-444E-B3FC-2B63CDCD5364}" type="pres">
      <dgm:prSet presAssocID="{1B31894E-9E6D-40E5-9449-2FF72EE07C6B}" presName="tx1" presStyleLbl="revTx" presStyleIdx="0" presStyleCnt="3"/>
      <dgm:spPr/>
    </dgm:pt>
    <dgm:pt modelId="{37A5F6B8-742A-4296-AAF2-698169282D58}" type="pres">
      <dgm:prSet presAssocID="{1B31894E-9E6D-40E5-9449-2FF72EE07C6B}" presName="vert1" presStyleCnt="0"/>
      <dgm:spPr/>
    </dgm:pt>
    <dgm:pt modelId="{051BB7BE-73BC-49B9-8A1E-589D536E118E}" type="pres">
      <dgm:prSet presAssocID="{3D71F16D-7930-4C98-9C1F-B1EC68F6D69F}" presName="thickLine" presStyleLbl="alignNode1" presStyleIdx="1" presStyleCnt="3"/>
      <dgm:spPr/>
    </dgm:pt>
    <dgm:pt modelId="{D1D39C98-C726-4A1E-9947-380A28CDBDC4}" type="pres">
      <dgm:prSet presAssocID="{3D71F16D-7930-4C98-9C1F-B1EC68F6D69F}" presName="horz1" presStyleCnt="0"/>
      <dgm:spPr/>
    </dgm:pt>
    <dgm:pt modelId="{7DCDD6B5-5585-42EA-B92C-304590BF55B5}" type="pres">
      <dgm:prSet presAssocID="{3D71F16D-7930-4C98-9C1F-B1EC68F6D69F}" presName="tx1" presStyleLbl="revTx" presStyleIdx="1" presStyleCnt="3"/>
      <dgm:spPr/>
    </dgm:pt>
    <dgm:pt modelId="{3387866A-6386-4D2E-AFAF-B4AA8B3C925C}" type="pres">
      <dgm:prSet presAssocID="{3D71F16D-7930-4C98-9C1F-B1EC68F6D69F}" presName="vert1" presStyleCnt="0"/>
      <dgm:spPr/>
    </dgm:pt>
    <dgm:pt modelId="{59C4A9A6-0EE6-42DB-AC0D-0950F31C9E3F}" type="pres">
      <dgm:prSet presAssocID="{3B57A6AD-5347-4EDA-B78A-3FC9C38C46BC}" presName="thickLine" presStyleLbl="alignNode1" presStyleIdx="2" presStyleCnt="3"/>
      <dgm:spPr/>
    </dgm:pt>
    <dgm:pt modelId="{A3D9FC39-4A9D-498B-9A39-9F87958E1389}" type="pres">
      <dgm:prSet presAssocID="{3B57A6AD-5347-4EDA-B78A-3FC9C38C46BC}" presName="horz1" presStyleCnt="0"/>
      <dgm:spPr/>
    </dgm:pt>
    <dgm:pt modelId="{0CDC6C3F-A713-4DA7-82B8-FEF1F1C1DACF}" type="pres">
      <dgm:prSet presAssocID="{3B57A6AD-5347-4EDA-B78A-3FC9C38C46BC}" presName="tx1" presStyleLbl="revTx" presStyleIdx="2" presStyleCnt="3"/>
      <dgm:spPr/>
    </dgm:pt>
    <dgm:pt modelId="{0B7DF4EA-E763-42E0-AC32-65988320C08B}" type="pres">
      <dgm:prSet presAssocID="{3B57A6AD-5347-4EDA-B78A-3FC9C38C46BC}" presName="vert1" presStyleCnt="0"/>
      <dgm:spPr/>
    </dgm:pt>
  </dgm:ptLst>
  <dgm:cxnLst>
    <dgm:cxn modelId="{FEA35A00-3618-4BEE-9450-089CE6E174DD}" srcId="{69BC8C07-1CB0-4C9F-AD5B-5C9808769EAC}" destId="{3B57A6AD-5347-4EDA-B78A-3FC9C38C46BC}" srcOrd="2" destOrd="0" parTransId="{493EF302-F70D-4748-9267-95D2E787A538}" sibTransId="{DE170F56-0FBC-406C-8A7F-61F8BAEB73D1}"/>
    <dgm:cxn modelId="{8CC00146-012D-4189-AD36-4BED8BFC5646}" type="presOf" srcId="{1B31894E-9E6D-40E5-9449-2FF72EE07C6B}" destId="{4A0082AA-7566-444E-B3FC-2B63CDCD5364}" srcOrd="0" destOrd="0" presId="urn:microsoft.com/office/officeart/2008/layout/LinedList"/>
    <dgm:cxn modelId="{8E6C8D7A-D7AA-4FE4-BA10-EFB1522A5EB2}" srcId="{69BC8C07-1CB0-4C9F-AD5B-5C9808769EAC}" destId="{1B31894E-9E6D-40E5-9449-2FF72EE07C6B}" srcOrd="0" destOrd="0" parTransId="{20513D76-A3FA-4F1D-A9DA-68D10B0777E9}" sibTransId="{048FD1F2-42A3-4F8A-AA74-98A16D077BCA}"/>
    <dgm:cxn modelId="{234BB97D-1422-412B-8197-8054A473111F}" type="presOf" srcId="{69BC8C07-1CB0-4C9F-AD5B-5C9808769EAC}" destId="{177970C5-DCB1-44C0-B94E-B14DDAA5763B}" srcOrd="0" destOrd="0" presId="urn:microsoft.com/office/officeart/2008/layout/LinedList"/>
    <dgm:cxn modelId="{C3447CEC-8D48-4A6F-B9D3-2DDC2F97E1FE}" srcId="{69BC8C07-1CB0-4C9F-AD5B-5C9808769EAC}" destId="{3D71F16D-7930-4C98-9C1F-B1EC68F6D69F}" srcOrd="1" destOrd="0" parTransId="{E964AB62-20C6-476C-A453-B2545E470F32}" sibTransId="{B475D2D0-D742-42FB-9ADD-01BA938726FC}"/>
    <dgm:cxn modelId="{C7C21EEE-943A-45E9-B187-B0338EA75790}" type="presOf" srcId="{3D71F16D-7930-4C98-9C1F-B1EC68F6D69F}" destId="{7DCDD6B5-5585-42EA-B92C-304590BF55B5}" srcOrd="0" destOrd="0" presId="urn:microsoft.com/office/officeart/2008/layout/LinedList"/>
    <dgm:cxn modelId="{2D3B36F3-1989-4E96-8445-80938F7793D1}" type="presOf" srcId="{3B57A6AD-5347-4EDA-B78A-3FC9C38C46BC}" destId="{0CDC6C3F-A713-4DA7-82B8-FEF1F1C1DACF}" srcOrd="0" destOrd="0" presId="urn:microsoft.com/office/officeart/2008/layout/LinedList"/>
    <dgm:cxn modelId="{42020558-38C2-4F60-A2B6-BF70AF26B23A}" type="presParOf" srcId="{177970C5-DCB1-44C0-B94E-B14DDAA5763B}" destId="{8486ECAD-EECA-4C93-9070-C3F3A68104E9}" srcOrd="0" destOrd="0" presId="urn:microsoft.com/office/officeart/2008/layout/LinedList"/>
    <dgm:cxn modelId="{8DD86AB8-4F85-4FE2-A3AC-18C2F16DE3B7}" type="presParOf" srcId="{177970C5-DCB1-44C0-B94E-B14DDAA5763B}" destId="{D6A5F1D5-BE13-4997-9B6A-FD05DA46F316}" srcOrd="1" destOrd="0" presId="urn:microsoft.com/office/officeart/2008/layout/LinedList"/>
    <dgm:cxn modelId="{8C3756A3-821A-4535-9826-5EF27A531BDD}" type="presParOf" srcId="{D6A5F1D5-BE13-4997-9B6A-FD05DA46F316}" destId="{4A0082AA-7566-444E-B3FC-2B63CDCD5364}" srcOrd="0" destOrd="0" presId="urn:microsoft.com/office/officeart/2008/layout/LinedList"/>
    <dgm:cxn modelId="{987B8DAC-5ACC-4427-9B3C-48E6270BF278}" type="presParOf" srcId="{D6A5F1D5-BE13-4997-9B6A-FD05DA46F316}" destId="{37A5F6B8-742A-4296-AAF2-698169282D58}" srcOrd="1" destOrd="0" presId="urn:microsoft.com/office/officeart/2008/layout/LinedList"/>
    <dgm:cxn modelId="{D6272B0C-0DF3-411C-A02F-7ED3EF3F1BD6}" type="presParOf" srcId="{177970C5-DCB1-44C0-B94E-B14DDAA5763B}" destId="{051BB7BE-73BC-49B9-8A1E-589D536E118E}" srcOrd="2" destOrd="0" presId="urn:microsoft.com/office/officeart/2008/layout/LinedList"/>
    <dgm:cxn modelId="{76988C8B-F3D8-423A-A54C-16F084702004}" type="presParOf" srcId="{177970C5-DCB1-44C0-B94E-B14DDAA5763B}" destId="{D1D39C98-C726-4A1E-9947-380A28CDBDC4}" srcOrd="3" destOrd="0" presId="urn:microsoft.com/office/officeart/2008/layout/LinedList"/>
    <dgm:cxn modelId="{A18A5104-E651-45B3-A2EA-37C2893D5A26}" type="presParOf" srcId="{D1D39C98-C726-4A1E-9947-380A28CDBDC4}" destId="{7DCDD6B5-5585-42EA-B92C-304590BF55B5}" srcOrd="0" destOrd="0" presId="urn:microsoft.com/office/officeart/2008/layout/LinedList"/>
    <dgm:cxn modelId="{7651B1BE-4288-4A87-B505-7629A596581D}" type="presParOf" srcId="{D1D39C98-C726-4A1E-9947-380A28CDBDC4}" destId="{3387866A-6386-4D2E-AFAF-B4AA8B3C925C}" srcOrd="1" destOrd="0" presId="urn:microsoft.com/office/officeart/2008/layout/LinedList"/>
    <dgm:cxn modelId="{B46A9B73-44D3-41EC-8F25-F80D1A80FD23}" type="presParOf" srcId="{177970C5-DCB1-44C0-B94E-B14DDAA5763B}" destId="{59C4A9A6-0EE6-42DB-AC0D-0950F31C9E3F}" srcOrd="4" destOrd="0" presId="urn:microsoft.com/office/officeart/2008/layout/LinedList"/>
    <dgm:cxn modelId="{BA7BDE20-8D38-4C69-A1A1-5BC60090D16E}" type="presParOf" srcId="{177970C5-DCB1-44C0-B94E-B14DDAA5763B}" destId="{A3D9FC39-4A9D-498B-9A39-9F87958E1389}" srcOrd="5" destOrd="0" presId="urn:microsoft.com/office/officeart/2008/layout/LinedList"/>
    <dgm:cxn modelId="{DE902472-812C-4ED6-90F6-E62103D9E20E}" type="presParOf" srcId="{A3D9FC39-4A9D-498B-9A39-9F87958E1389}" destId="{0CDC6C3F-A713-4DA7-82B8-FEF1F1C1DACF}" srcOrd="0" destOrd="0" presId="urn:microsoft.com/office/officeart/2008/layout/LinedList"/>
    <dgm:cxn modelId="{7522FC1C-6FEC-4CE8-9B57-C9FD97CDCA28}" type="presParOf" srcId="{A3D9FC39-4A9D-498B-9A39-9F87958E1389}" destId="{0B7DF4EA-E763-42E0-AC32-65988320C0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BD2C716-53D6-434E-AFDE-F63AB53A44B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F1A049E-D74B-4316-8086-ACE977B2FC98}">
      <dgm:prSet/>
      <dgm:spPr/>
      <dgm:t>
        <a:bodyPr/>
        <a:lstStyle/>
        <a:p>
          <a:r>
            <a:rPr lang="en-US"/>
            <a:t>• Get-EventLog -LogName Security → Eventos clásicos</a:t>
          </a:r>
        </a:p>
      </dgm:t>
    </dgm:pt>
    <dgm:pt modelId="{DDCBEE09-54C5-4D6F-A76F-9E638E9247EC}" type="parTrans" cxnId="{4B81EC85-0CAD-4520-A461-804F21D2F3CD}">
      <dgm:prSet/>
      <dgm:spPr/>
      <dgm:t>
        <a:bodyPr/>
        <a:lstStyle/>
        <a:p>
          <a:endParaRPr lang="en-US"/>
        </a:p>
      </dgm:t>
    </dgm:pt>
    <dgm:pt modelId="{244E7A12-0AD2-4D40-BC4A-5DF8BF7C5913}" type="sibTrans" cxnId="{4B81EC85-0CAD-4520-A461-804F21D2F3CD}">
      <dgm:prSet/>
      <dgm:spPr/>
      <dgm:t>
        <a:bodyPr/>
        <a:lstStyle/>
        <a:p>
          <a:endParaRPr lang="en-US"/>
        </a:p>
      </dgm:t>
    </dgm:pt>
    <dgm:pt modelId="{92D0DF6A-9182-4542-8B3B-F8AB3B403FD2}">
      <dgm:prSet/>
      <dgm:spPr/>
      <dgm:t>
        <a:bodyPr/>
        <a:lstStyle/>
        <a:p>
          <a:r>
            <a:rPr lang="en-US"/>
            <a:t>• Get-WinEvent -LogName Security → Eventos modernos</a:t>
          </a:r>
        </a:p>
      </dgm:t>
    </dgm:pt>
    <dgm:pt modelId="{EA4571A8-73A2-440E-B1E6-EC5444BB9112}" type="parTrans" cxnId="{15310094-A037-4A16-9387-F53279BC0514}">
      <dgm:prSet/>
      <dgm:spPr/>
      <dgm:t>
        <a:bodyPr/>
        <a:lstStyle/>
        <a:p>
          <a:endParaRPr lang="en-US"/>
        </a:p>
      </dgm:t>
    </dgm:pt>
    <dgm:pt modelId="{691E2D71-8336-4820-A245-8C3EAB03609D}" type="sibTrans" cxnId="{15310094-A037-4A16-9387-F53279BC0514}">
      <dgm:prSet/>
      <dgm:spPr/>
      <dgm:t>
        <a:bodyPr/>
        <a:lstStyle/>
        <a:p>
          <a:endParaRPr lang="en-US"/>
        </a:p>
      </dgm:t>
    </dgm:pt>
    <dgm:pt modelId="{A1603196-9189-4C63-BDC0-79FB11FEA31F}">
      <dgm:prSet/>
      <dgm:spPr/>
      <dgm:t>
        <a:bodyPr/>
        <a:lstStyle/>
        <a:p>
          <a:r>
            <a:rPr lang="en-US"/>
            <a:t>Ejemplo:</a:t>
          </a:r>
        </a:p>
      </dgm:t>
    </dgm:pt>
    <dgm:pt modelId="{2B552F81-31C6-4C8C-86F9-747AE7719E6A}" type="parTrans" cxnId="{3FCAD858-4255-4AC9-B8D4-EB7FD8CA1E0B}">
      <dgm:prSet/>
      <dgm:spPr/>
      <dgm:t>
        <a:bodyPr/>
        <a:lstStyle/>
        <a:p>
          <a:endParaRPr lang="en-US"/>
        </a:p>
      </dgm:t>
    </dgm:pt>
    <dgm:pt modelId="{A5836281-E3CE-40DE-8934-803ECD033A5F}" type="sibTrans" cxnId="{3FCAD858-4255-4AC9-B8D4-EB7FD8CA1E0B}">
      <dgm:prSet/>
      <dgm:spPr/>
      <dgm:t>
        <a:bodyPr/>
        <a:lstStyle/>
        <a:p>
          <a:endParaRPr lang="en-US"/>
        </a:p>
      </dgm:t>
    </dgm:pt>
    <dgm:pt modelId="{AE95DD84-EAED-48EF-A42F-C430EE13E818}">
      <dgm:prSet/>
      <dgm:spPr/>
      <dgm:t>
        <a:bodyPr/>
        <a:lstStyle/>
        <a:p>
          <a:r>
            <a:rPr lang="en-US"/>
            <a:t>Get-EventLog -LogName Security -Newest 20</a:t>
          </a:r>
        </a:p>
      </dgm:t>
    </dgm:pt>
    <dgm:pt modelId="{1150D173-6FEA-4B41-8568-330127DD9F79}" type="parTrans" cxnId="{492DA1DC-9754-496A-8709-EC5D8CE7823B}">
      <dgm:prSet/>
      <dgm:spPr/>
      <dgm:t>
        <a:bodyPr/>
        <a:lstStyle/>
        <a:p>
          <a:endParaRPr lang="en-US"/>
        </a:p>
      </dgm:t>
    </dgm:pt>
    <dgm:pt modelId="{E78FE257-92E8-4BE7-A218-419127298FDE}" type="sibTrans" cxnId="{492DA1DC-9754-496A-8709-EC5D8CE7823B}">
      <dgm:prSet/>
      <dgm:spPr/>
      <dgm:t>
        <a:bodyPr/>
        <a:lstStyle/>
        <a:p>
          <a:endParaRPr lang="en-US"/>
        </a:p>
      </dgm:t>
    </dgm:pt>
    <dgm:pt modelId="{74E65201-1B88-45C0-91C9-AFA285F7C112}" type="pres">
      <dgm:prSet presAssocID="{FBD2C716-53D6-434E-AFDE-F63AB53A44B0}" presName="vert0" presStyleCnt="0">
        <dgm:presLayoutVars>
          <dgm:dir/>
          <dgm:animOne val="branch"/>
          <dgm:animLvl val="lvl"/>
        </dgm:presLayoutVars>
      </dgm:prSet>
      <dgm:spPr/>
    </dgm:pt>
    <dgm:pt modelId="{68C01F97-E9E6-4CD8-897A-1D2CD17B7915}" type="pres">
      <dgm:prSet presAssocID="{AF1A049E-D74B-4316-8086-ACE977B2FC98}" presName="thickLine" presStyleLbl="alignNode1" presStyleIdx="0" presStyleCnt="4"/>
      <dgm:spPr/>
    </dgm:pt>
    <dgm:pt modelId="{6520433D-A032-4516-9783-C4933031585A}" type="pres">
      <dgm:prSet presAssocID="{AF1A049E-D74B-4316-8086-ACE977B2FC98}" presName="horz1" presStyleCnt="0"/>
      <dgm:spPr/>
    </dgm:pt>
    <dgm:pt modelId="{5ED8760C-5C78-43C0-9B63-8F9D4C5F3492}" type="pres">
      <dgm:prSet presAssocID="{AF1A049E-D74B-4316-8086-ACE977B2FC98}" presName="tx1" presStyleLbl="revTx" presStyleIdx="0" presStyleCnt="4"/>
      <dgm:spPr/>
    </dgm:pt>
    <dgm:pt modelId="{B7AD0957-07F4-4175-9F5F-1D156A6F8E66}" type="pres">
      <dgm:prSet presAssocID="{AF1A049E-D74B-4316-8086-ACE977B2FC98}" presName="vert1" presStyleCnt="0"/>
      <dgm:spPr/>
    </dgm:pt>
    <dgm:pt modelId="{93399FB5-2656-4B01-A39B-1CA4C043CEF9}" type="pres">
      <dgm:prSet presAssocID="{92D0DF6A-9182-4542-8B3B-F8AB3B403FD2}" presName="thickLine" presStyleLbl="alignNode1" presStyleIdx="1" presStyleCnt="4"/>
      <dgm:spPr/>
    </dgm:pt>
    <dgm:pt modelId="{41ABECDC-B2BA-49DC-8236-064B5D664CAA}" type="pres">
      <dgm:prSet presAssocID="{92D0DF6A-9182-4542-8B3B-F8AB3B403FD2}" presName="horz1" presStyleCnt="0"/>
      <dgm:spPr/>
    </dgm:pt>
    <dgm:pt modelId="{2113F820-9B0E-46CE-B29F-7B14DBDE75C5}" type="pres">
      <dgm:prSet presAssocID="{92D0DF6A-9182-4542-8B3B-F8AB3B403FD2}" presName="tx1" presStyleLbl="revTx" presStyleIdx="1" presStyleCnt="4"/>
      <dgm:spPr/>
    </dgm:pt>
    <dgm:pt modelId="{7F21EC20-BBBF-4A95-8ED5-0EDCB6BF7E1A}" type="pres">
      <dgm:prSet presAssocID="{92D0DF6A-9182-4542-8B3B-F8AB3B403FD2}" presName="vert1" presStyleCnt="0"/>
      <dgm:spPr/>
    </dgm:pt>
    <dgm:pt modelId="{DACEC0E9-108E-45D1-8F2C-F17D3E84BF31}" type="pres">
      <dgm:prSet presAssocID="{A1603196-9189-4C63-BDC0-79FB11FEA31F}" presName="thickLine" presStyleLbl="alignNode1" presStyleIdx="2" presStyleCnt="4"/>
      <dgm:spPr/>
    </dgm:pt>
    <dgm:pt modelId="{D42B31AF-CF45-4F6D-913D-7FB62987857F}" type="pres">
      <dgm:prSet presAssocID="{A1603196-9189-4C63-BDC0-79FB11FEA31F}" presName="horz1" presStyleCnt="0"/>
      <dgm:spPr/>
    </dgm:pt>
    <dgm:pt modelId="{AEF889A2-D8D7-47E4-B7FD-75385DF2873A}" type="pres">
      <dgm:prSet presAssocID="{A1603196-9189-4C63-BDC0-79FB11FEA31F}" presName="tx1" presStyleLbl="revTx" presStyleIdx="2" presStyleCnt="4"/>
      <dgm:spPr/>
    </dgm:pt>
    <dgm:pt modelId="{029D12C5-B0E7-4DD6-83D7-3310DBA49C05}" type="pres">
      <dgm:prSet presAssocID="{A1603196-9189-4C63-BDC0-79FB11FEA31F}" presName="vert1" presStyleCnt="0"/>
      <dgm:spPr/>
    </dgm:pt>
    <dgm:pt modelId="{E6C35C03-3EEF-492B-B737-293ECB99FEDC}" type="pres">
      <dgm:prSet presAssocID="{AE95DD84-EAED-48EF-A42F-C430EE13E818}" presName="thickLine" presStyleLbl="alignNode1" presStyleIdx="3" presStyleCnt="4"/>
      <dgm:spPr/>
    </dgm:pt>
    <dgm:pt modelId="{E3CCAB98-6607-4F65-988B-2DEC710AC632}" type="pres">
      <dgm:prSet presAssocID="{AE95DD84-EAED-48EF-A42F-C430EE13E818}" presName="horz1" presStyleCnt="0"/>
      <dgm:spPr/>
    </dgm:pt>
    <dgm:pt modelId="{00551BD8-0D7D-4AFB-966F-D6D578FCA94C}" type="pres">
      <dgm:prSet presAssocID="{AE95DD84-EAED-48EF-A42F-C430EE13E818}" presName="tx1" presStyleLbl="revTx" presStyleIdx="3" presStyleCnt="4"/>
      <dgm:spPr/>
    </dgm:pt>
    <dgm:pt modelId="{93A40631-6F77-4FAF-93C5-2A0E457E5F71}" type="pres">
      <dgm:prSet presAssocID="{AE95DD84-EAED-48EF-A42F-C430EE13E818}" presName="vert1" presStyleCnt="0"/>
      <dgm:spPr/>
    </dgm:pt>
  </dgm:ptLst>
  <dgm:cxnLst>
    <dgm:cxn modelId="{ACFD3008-ED0B-4386-B7B8-50E7DAB0C20F}" type="presOf" srcId="{AF1A049E-D74B-4316-8086-ACE977B2FC98}" destId="{5ED8760C-5C78-43C0-9B63-8F9D4C5F3492}" srcOrd="0" destOrd="0" presId="urn:microsoft.com/office/officeart/2008/layout/LinedList"/>
    <dgm:cxn modelId="{9FFF2E14-6507-4227-891A-5F9044ECE2EA}" type="presOf" srcId="{92D0DF6A-9182-4542-8B3B-F8AB3B403FD2}" destId="{2113F820-9B0E-46CE-B29F-7B14DBDE75C5}" srcOrd="0" destOrd="0" presId="urn:microsoft.com/office/officeart/2008/layout/LinedList"/>
    <dgm:cxn modelId="{08540B46-DF79-48FA-9A13-04756EA016AC}" type="presOf" srcId="{A1603196-9189-4C63-BDC0-79FB11FEA31F}" destId="{AEF889A2-D8D7-47E4-B7FD-75385DF2873A}" srcOrd="0" destOrd="0" presId="urn:microsoft.com/office/officeart/2008/layout/LinedList"/>
    <dgm:cxn modelId="{01E6EB49-FABD-46F4-9DBE-C00C008CF6B0}" type="presOf" srcId="{AE95DD84-EAED-48EF-A42F-C430EE13E818}" destId="{00551BD8-0D7D-4AFB-966F-D6D578FCA94C}" srcOrd="0" destOrd="0" presId="urn:microsoft.com/office/officeart/2008/layout/LinedList"/>
    <dgm:cxn modelId="{A97BB44B-BE11-42D5-9391-C21D82B531C8}" type="presOf" srcId="{FBD2C716-53D6-434E-AFDE-F63AB53A44B0}" destId="{74E65201-1B88-45C0-91C9-AFA285F7C112}" srcOrd="0" destOrd="0" presId="urn:microsoft.com/office/officeart/2008/layout/LinedList"/>
    <dgm:cxn modelId="{3FCAD858-4255-4AC9-B8D4-EB7FD8CA1E0B}" srcId="{FBD2C716-53D6-434E-AFDE-F63AB53A44B0}" destId="{A1603196-9189-4C63-BDC0-79FB11FEA31F}" srcOrd="2" destOrd="0" parTransId="{2B552F81-31C6-4C8C-86F9-747AE7719E6A}" sibTransId="{A5836281-E3CE-40DE-8934-803ECD033A5F}"/>
    <dgm:cxn modelId="{4B81EC85-0CAD-4520-A461-804F21D2F3CD}" srcId="{FBD2C716-53D6-434E-AFDE-F63AB53A44B0}" destId="{AF1A049E-D74B-4316-8086-ACE977B2FC98}" srcOrd="0" destOrd="0" parTransId="{DDCBEE09-54C5-4D6F-A76F-9E638E9247EC}" sibTransId="{244E7A12-0AD2-4D40-BC4A-5DF8BF7C5913}"/>
    <dgm:cxn modelId="{15310094-A037-4A16-9387-F53279BC0514}" srcId="{FBD2C716-53D6-434E-AFDE-F63AB53A44B0}" destId="{92D0DF6A-9182-4542-8B3B-F8AB3B403FD2}" srcOrd="1" destOrd="0" parTransId="{EA4571A8-73A2-440E-B1E6-EC5444BB9112}" sibTransId="{691E2D71-8336-4820-A245-8C3EAB03609D}"/>
    <dgm:cxn modelId="{492DA1DC-9754-496A-8709-EC5D8CE7823B}" srcId="{FBD2C716-53D6-434E-AFDE-F63AB53A44B0}" destId="{AE95DD84-EAED-48EF-A42F-C430EE13E818}" srcOrd="3" destOrd="0" parTransId="{1150D173-6FEA-4B41-8568-330127DD9F79}" sibTransId="{E78FE257-92E8-4BE7-A218-419127298FDE}"/>
    <dgm:cxn modelId="{65DEDB60-2A9F-4428-AF36-79560197408C}" type="presParOf" srcId="{74E65201-1B88-45C0-91C9-AFA285F7C112}" destId="{68C01F97-E9E6-4CD8-897A-1D2CD17B7915}" srcOrd="0" destOrd="0" presId="urn:microsoft.com/office/officeart/2008/layout/LinedList"/>
    <dgm:cxn modelId="{D1137A83-AE78-4859-832C-98C40301037F}" type="presParOf" srcId="{74E65201-1B88-45C0-91C9-AFA285F7C112}" destId="{6520433D-A032-4516-9783-C4933031585A}" srcOrd="1" destOrd="0" presId="urn:microsoft.com/office/officeart/2008/layout/LinedList"/>
    <dgm:cxn modelId="{998669D7-4DD6-4F82-9DDA-8A02CB6ABFB6}" type="presParOf" srcId="{6520433D-A032-4516-9783-C4933031585A}" destId="{5ED8760C-5C78-43C0-9B63-8F9D4C5F3492}" srcOrd="0" destOrd="0" presId="urn:microsoft.com/office/officeart/2008/layout/LinedList"/>
    <dgm:cxn modelId="{143D2017-2E12-4299-A26D-1288E75B5F85}" type="presParOf" srcId="{6520433D-A032-4516-9783-C4933031585A}" destId="{B7AD0957-07F4-4175-9F5F-1D156A6F8E66}" srcOrd="1" destOrd="0" presId="urn:microsoft.com/office/officeart/2008/layout/LinedList"/>
    <dgm:cxn modelId="{E7BC7D86-B405-4D94-9B33-EC6940448331}" type="presParOf" srcId="{74E65201-1B88-45C0-91C9-AFA285F7C112}" destId="{93399FB5-2656-4B01-A39B-1CA4C043CEF9}" srcOrd="2" destOrd="0" presId="urn:microsoft.com/office/officeart/2008/layout/LinedList"/>
    <dgm:cxn modelId="{48B58536-EC20-4B57-A11B-CE99970A639E}" type="presParOf" srcId="{74E65201-1B88-45C0-91C9-AFA285F7C112}" destId="{41ABECDC-B2BA-49DC-8236-064B5D664CAA}" srcOrd="3" destOrd="0" presId="urn:microsoft.com/office/officeart/2008/layout/LinedList"/>
    <dgm:cxn modelId="{EF06F879-757F-40B8-8151-D393F3AF9F54}" type="presParOf" srcId="{41ABECDC-B2BA-49DC-8236-064B5D664CAA}" destId="{2113F820-9B0E-46CE-B29F-7B14DBDE75C5}" srcOrd="0" destOrd="0" presId="urn:microsoft.com/office/officeart/2008/layout/LinedList"/>
    <dgm:cxn modelId="{3E4619BA-C70E-48F0-841E-4CF57FD94BB0}" type="presParOf" srcId="{41ABECDC-B2BA-49DC-8236-064B5D664CAA}" destId="{7F21EC20-BBBF-4A95-8ED5-0EDCB6BF7E1A}" srcOrd="1" destOrd="0" presId="urn:microsoft.com/office/officeart/2008/layout/LinedList"/>
    <dgm:cxn modelId="{7EAD8FE1-C81A-4803-9F48-4B8C6F9C41DF}" type="presParOf" srcId="{74E65201-1B88-45C0-91C9-AFA285F7C112}" destId="{DACEC0E9-108E-45D1-8F2C-F17D3E84BF31}" srcOrd="4" destOrd="0" presId="urn:microsoft.com/office/officeart/2008/layout/LinedList"/>
    <dgm:cxn modelId="{04EBBF96-9771-4437-921C-09B6FDC8B61E}" type="presParOf" srcId="{74E65201-1B88-45C0-91C9-AFA285F7C112}" destId="{D42B31AF-CF45-4F6D-913D-7FB62987857F}" srcOrd="5" destOrd="0" presId="urn:microsoft.com/office/officeart/2008/layout/LinedList"/>
    <dgm:cxn modelId="{A6645FAE-2684-4EAD-862C-56AC7F07428C}" type="presParOf" srcId="{D42B31AF-CF45-4F6D-913D-7FB62987857F}" destId="{AEF889A2-D8D7-47E4-B7FD-75385DF2873A}" srcOrd="0" destOrd="0" presId="urn:microsoft.com/office/officeart/2008/layout/LinedList"/>
    <dgm:cxn modelId="{0BD17EF5-A1E1-4799-B9B1-FAF6A7086B79}" type="presParOf" srcId="{D42B31AF-CF45-4F6D-913D-7FB62987857F}" destId="{029D12C5-B0E7-4DD6-83D7-3310DBA49C05}" srcOrd="1" destOrd="0" presId="urn:microsoft.com/office/officeart/2008/layout/LinedList"/>
    <dgm:cxn modelId="{460102D4-162F-4231-9F96-4DCD2967491B}" type="presParOf" srcId="{74E65201-1B88-45C0-91C9-AFA285F7C112}" destId="{E6C35C03-3EEF-492B-B737-293ECB99FEDC}" srcOrd="6" destOrd="0" presId="urn:microsoft.com/office/officeart/2008/layout/LinedList"/>
    <dgm:cxn modelId="{0C423F77-AEE5-4E51-B098-638B0EDE97B4}" type="presParOf" srcId="{74E65201-1B88-45C0-91C9-AFA285F7C112}" destId="{E3CCAB98-6607-4F65-988B-2DEC710AC632}" srcOrd="7" destOrd="0" presId="urn:microsoft.com/office/officeart/2008/layout/LinedList"/>
    <dgm:cxn modelId="{C442CD36-396C-4CFF-BADB-81C996C32926}" type="presParOf" srcId="{E3CCAB98-6607-4F65-988B-2DEC710AC632}" destId="{00551BD8-0D7D-4AFB-966F-D6D578FCA94C}" srcOrd="0" destOrd="0" presId="urn:microsoft.com/office/officeart/2008/layout/LinedList"/>
    <dgm:cxn modelId="{B237BC1F-5914-4FCE-8A7B-5F2B3D3316DD}" type="presParOf" srcId="{E3CCAB98-6607-4F65-988B-2DEC710AC632}" destId="{93A40631-6F77-4FAF-93C5-2A0E457E5F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015C4-608F-4BC6-A407-F0E9D8406D91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1ABF8-32F4-49B2-8F3D-2A703FD2619F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 este bloque aprenderemos a:</a:t>
          </a:r>
        </a:p>
      </dsp:txBody>
      <dsp:txXfrm>
        <a:off x="0" y="717"/>
        <a:ext cx="4726201" cy="1175474"/>
      </dsp:txXfrm>
    </dsp:sp>
    <dsp:sp modelId="{3BDA54DD-B6DD-470C-9CE7-783BE1E5DA79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FCD22-922D-4BE3-AA96-28B72737AE23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Gestionar la seguridad en PowerShell</a:t>
          </a:r>
        </a:p>
      </dsp:txBody>
      <dsp:txXfrm>
        <a:off x="0" y="1176192"/>
        <a:ext cx="4726201" cy="1175474"/>
      </dsp:txXfrm>
    </dsp:sp>
    <dsp:sp modelId="{9120862A-37BA-4A31-B227-8CF872000EA0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2E87C-50A4-4F45-85EA-D66F67E3ED54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Configurar permisos en archivos y carpetas</a:t>
          </a:r>
        </a:p>
      </dsp:txBody>
      <dsp:txXfrm>
        <a:off x="0" y="2351667"/>
        <a:ext cx="4726201" cy="1175474"/>
      </dsp:txXfrm>
    </dsp:sp>
    <dsp:sp modelId="{39E52BE0-8173-4504-8761-E327881A0F0B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51C96-4BC5-4C86-BBBA-CD1C3A303168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err="1"/>
            <a:t>Administrar</a:t>
          </a:r>
          <a:r>
            <a:rPr lang="en-US" sz="3300" kern="1200"/>
            <a:t> </a:t>
          </a:r>
          <a:r>
            <a:rPr lang="en-US" sz="3300" kern="1200" err="1"/>
            <a:t>usuarios</a:t>
          </a:r>
          <a:r>
            <a:rPr lang="en-US" sz="3300" kern="1200"/>
            <a:t> y </a:t>
          </a:r>
          <a:r>
            <a:rPr lang="en-US" sz="3300" kern="1200" err="1"/>
            <a:t>grupos</a:t>
          </a:r>
          <a:r>
            <a:rPr lang="en-US" sz="3300" kern="1200"/>
            <a:t> locales</a:t>
          </a:r>
        </a:p>
      </dsp:txBody>
      <dsp:txXfrm>
        <a:off x="0" y="3527141"/>
        <a:ext cx="4726201" cy="1175474"/>
      </dsp:txXfrm>
    </dsp:sp>
    <dsp:sp modelId="{1676A12B-7CC3-4E42-B1D9-50252C299641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F937D-30D8-4E92-89CD-BC2F79E95E36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Revisar eventos de seguridad</a:t>
          </a:r>
        </a:p>
      </dsp:txBody>
      <dsp:txXfrm>
        <a:off x="0" y="4702616"/>
        <a:ext cx="4726201" cy="1175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48103-76A6-41D6-A42C-F3C9F853F006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1066F-7ADE-424C-BC72-C6D65198043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E6458-69EB-4AAF-AA22-C4D2CB841039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Controlar acceso al sistema</a:t>
          </a:r>
        </a:p>
      </dsp:txBody>
      <dsp:txXfrm>
        <a:off x="1428292" y="2439"/>
        <a:ext cx="3297908" cy="1236616"/>
      </dsp:txXfrm>
    </dsp:sp>
    <dsp:sp modelId="{E0B43F76-637C-43B0-ADC0-884D84578ED7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5EB5F5-C935-47E8-81F8-27971857CC20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1F841-6B71-4148-A50E-EACC42F90DDB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Proteger archivos y carpetas</a:t>
          </a:r>
        </a:p>
      </dsp:txBody>
      <dsp:txXfrm>
        <a:off x="1428292" y="1548210"/>
        <a:ext cx="3297908" cy="1236616"/>
      </dsp:txXfrm>
    </dsp:sp>
    <dsp:sp modelId="{A64958DE-0EAE-47DF-91B9-0C864F6D0780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68CE6-553B-48D4-B55C-E37F62C17F41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502C4-4DD4-4E98-A6D8-B1590FFD0B8A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Administrar usuarios y grupos</a:t>
          </a:r>
        </a:p>
      </dsp:txBody>
      <dsp:txXfrm>
        <a:off x="1428292" y="3093981"/>
        <a:ext cx="3297908" cy="1236616"/>
      </dsp:txXfrm>
    </dsp:sp>
    <dsp:sp modelId="{0B089677-6604-4AA2-8B02-AE25153D9E6D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AFC14-A4E2-46E8-B133-E1CFC8A9E697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751B4-5FAA-4CA9-9684-B075F9C7840E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Auditoría de seguridad</a:t>
          </a:r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89CC8-E54A-4A49-8604-8B225EB864C3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F4F32-B133-4E19-9D4A-C00007BDAED5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DC2B5-1001-406F-AC6F-DDADD5687B00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Get-</a:t>
          </a:r>
          <a:r>
            <a:rPr lang="en-US" sz="1900" kern="1200" err="1"/>
            <a:t>ExecutionPolicy</a:t>
          </a:r>
          <a:r>
            <a:rPr lang="en-US" sz="1900" kern="1200"/>
            <a:t> → </a:t>
          </a:r>
          <a:r>
            <a:rPr lang="en-US" sz="1900" kern="1200" err="1"/>
            <a:t>Muestra</a:t>
          </a:r>
          <a:r>
            <a:rPr lang="en-US" sz="1900" kern="1200"/>
            <a:t> la </a:t>
          </a:r>
          <a:r>
            <a:rPr lang="en-US" sz="1900" kern="1200" err="1"/>
            <a:t>política</a:t>
          </a:r>
          <a:r>
            <a:rPr lang="en-US" sz="1900" kern="1200"/>
            <a:t> actual, </a:t>
          </a:r>
          <a:r>
            <a:rPr lang="en-US" sz="1900" kern="1200" err="1"/>
            <a:t>por</a:t>
          </a:r>
          <a:r>
            <a:rPr lang="en-US" sz="1900" kern="1200"/>
            <a:t> </a:t>
          </a:r>
          <a:r>
            <a:rPr lang="en-US" sz="1900" kern="1200" err="1"/>
            <a:t>defecto</a:t>
          </a:r>
          <a:r>
            <a:rPr lang="en-US" sz="1900" kern="1200"/>
            <a:t> </a:t>
          </a:r>
          <a:r>
            <a:rPr lang="en-US" sz="1900" kern="1200" err="1"/>
            <a:t>aparece</a:t>
          </a:r>
          <a:r>
            <a:rPr lang="en-US" sz="1900" kern="1200"/>
            <a:t> </a:t>
          </a:r>
          <a:r>
            <a:rPr lang="en-US" sz="1900" kern="1200" err="1"/>
            <a:t>RemoteSigned</a:t>
          </a:r>
          <a:endParaRPr lang="en-US" sz="1900" kern="1200"/>
        </a:p>
      </dsp:txBody>
      <dsp:txXfrm>
        <a:off x="1939533" y="717"/>
        <a:ext cx="2786667" cy="1679249"/>
      </dsp:txXfrm>
    </dsp:sp>
    <dsp:sp modelId="{ECF1F44F-7795-41E4-95E5-79638BFEBEBC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DBE80-A97E-4AE3-9E98-9A9D243D831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CD014-671C-4BD8-ABA8-6418A67E640F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Set-ExecutionPolicy RemoteSigned → Permite scripts locales</a:t>
          </a:r>
        </a:p>
      </dsp:txBody>
      <dsp:txXfrm>
        <a:off x="1939533" y="2099779"/>
        <a:ext cx="2786667" cy="1679249"/>
      </dsp:txXfrm>
    </dsp:sp>
    <dsp:sp modelId="{E0FFD29B-644D-453B-87A1-59373EA2123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52AB8-869A-47A0-BE89-F251D7359B21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19B86-C963-40E4-AC0A-1E05C7EA8241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Políticas posibles: Restricted, RemoteSigned, Unrestricted</a:t>
          </a:r>
        </a:p>
      </dsp:txBody>
      <dsp:txXfrm>
        <a:off x="1939533" y="4198841"/>
        <a:ext cx="2786667" cy="16792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76A1D-237D-45F1-BA50-D8C1CAF51894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59561-AB0B-4BFC-A767-4C577EE1D99F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Get-ExecutionPolicy</a:t>
          </a:r>
        </a:p>
      </dsp:txBody>
      <dsp:txXfrm>
        <a:off x="0" y="2870"/>
        <a:ext cx="4726201" cy="1957689"/>
      </dsp:txXfrm>
    </dsp:sp>
    <dsp:sp modelId="{AC6111C2-4749-4B1D-B0E6-72434F2FF694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80E7D-C139-44A7-8E76-51E936D01F98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Set-ExecutionPolicy -Scope CurrentUser RemoteSigned</a:t>
          </a:r>
        </a:p>
      </dsp:txBody>
      <dsp:txXfrm>
        <a:off x="0" y="1960559"/>
        <a:ext cx="4726201" cy="1957689"/>
      </dsp:txXfrm>
    </dsp:sp>
    <dsp:sp modelId="{0796CF97-6820-4762-84D4-5381F138707C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7F92D-5615-4B39-81C7-1835133A018A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Get-ExecutionPolicy</a:t>
          </a:r>
        </a:p>
      </dsp:txBody>
      <dsp:txXfrm>
        <a:off x="0" y="3918249"/>
        <a:ext cx="4726201" cy="19576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E3594-364E-4AA2-A979-2BBF6550054D}">
      <dsp:nvSpPr>
        <dsp:cNvPr id="0" name=""/>
        <dsp:cNvSpPr/>
      </dsp:nvSpPr>
      <dsp:spPr>
        <a:xfrm>
          <a:off x="0" y="3604"/>
          <a:ext cx="4726201" cy="13922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1. Ver la política de ejecución actual</a:t>
          </a:r>
        </a:p>
      </dsp:txBody>
      <dsp:txXfrm>
        <a:off x="67966" y="71570"/>
        <a:ext cx="4590269" cy="1256367"/>
      </dsp:txXfrm>
    </dsp:sp>
    <dsp:sp modelId="{E7DB7486-4A80-4FB8-B98D-90818D2AB9F6}">
      <dsp:nvSpPr>
        <dsp:cNvPr id="0" name=""/>
        <dsp:cNvSpPr/>
      </dsp:nvSpPr>
      <dsp:spPr>
        <a:xfrm>
          <a:off x="0" y="1496704"/>
          <a:ext cx="4726201" cy="13922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2. Cambiarla a RemoteSigned</a:t>
          </a:r>
        </a:p>
      </dsp:txBody>
      <dsp:txXfrm>
        <a:off x="67966" y="1564670"/>
        <a:ext cx="4590269" cy="1256367"/>
      </dsp:txXfrm>
    </dsp:sp>
    <dsp:sp modelId="{C7933E13-0AD0-41ED-8D67-2E50F4F8E6E4}">
      <dsp:nvSpPr>
        <dsp:cNvPr id="0" name=""/>
        <dsp:cNvSpPr/>
      </dsp:nvSpPr>
      <dsp:spPr>
        <a:xfrm>
          <a:off x="0" y="2989804"/>
          <a:ext cx="4726201" cy="13922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3. Listar permisos de una carpeta</a:t>
          </a:r>
        </a:p>
      </dsp:txBody>
      <dsp:txXfrm>
        <a:off x="67966" y="3057770"/>
        <a:ext cx="4590269" cy="1256367"/>
      </dsp:txXfrm>
    </dsp:sp>
    <dsp:sp modelId="{65FD3E27-66D4-413C-843B-DA186F04E6AC}">
      <dsp:nvSpPr>
        <dsp:cNvPr id="0" name=""/>
        <dsp:cNvSpPr/>
      </dsp:nvSpPr>
      <dsp:spPr>
        <a:xfrm>
          <a:off x="0" y="4482904"/>
          <a:ext cx="4726201" cy="13922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4. Conceder permisos de lectura a un usuario</a:t>
          </a:r>
        </a:p>
      </dsp:txBody>
      <dsp:txXfrm>
        <a:off x="67966" y="4550870"/>
        <a:ext cx="4590269" cy="12563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D2699-3116-4C82-98DA-37C8BBC14DF8}">
      <dsp:nvSpPr>
        <dsp:cNvPr id="0" name=""/>
        <dsp:cNvSpPr/>
      </dsp:nvSpPr>
      <dsp:spPr>
        <a:xfrm>
          <a:off x="0" y="87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93F15-6AFD-469E-9A72-10296A69B05D}">
      <dsp:nvSpPr>
        <dsp:cNvPr id="0" name=""/>
        <dsp:cNvSpPr/>
      </dsp:nvSpPr>
      <dsp:spPr>
        <a:xfrm>
          <a:off x="0" y="872"/>
          <a:ext cx="4726201" cy="123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Get-Acl → Obtener permisos</a:t>
          </a:r>
        </a:p>
      </dsp:txBody>
      <dsp:txXfrm>
        <a:off x="0" y="872"/>
        <a:ext cx="4726201" cy="1230688"/>
      </dsp:txXfrm>
    </dsp:sp>
    <dsp:sp modelId="{D640950A-C636-4698-AC92-850EAD91763F}">
      <dsp:nvSpPr>
        <dsp:cNvPr id="0" name=""/>
        <dsp:cNvSpPr/>
      </dsp:nvSpPr>
      <dsp:spPr>
        <a:xfrm>
          <a:off x="0" y="123156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29179-916B-481A-B5FA-C8912E6A06F9}">
      <dsp:nvSpPr>
        <dsp:cNvPr id="0" name=""/>
        <dsp:cNvSpPr/>
      </dsp:nvSpPr>
      <dsp:spPr>
        <a:xfrm>
          <a:off x="0" y="1231560"/>
          <a:ext cx="4726201" cy="123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Set-Acl → Asignar permisos</a:t>
          </a:r>
        </a:p>
      </dsp:txBody>
      <dsp:txXfrm>
        <a:off x="0" y="1231560"/>
        <a:ext cx="4726201" cy="1230688"/>
      </dsp:txXfrm>
    </dsp:sp>
    <dsp:sp modelId="{ED8326FC-D241-423B-BDE0-6F51073A7D85}">
      <dsp:nvSpPr>
        <dsp:cNvPr id="0" name=""/>
        <dsp:cNvSpPr/>
      </dsp:nvSpPr>
      <dsp:spPr>
        <a:xfrm>
          <a:off x="0" y="2462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69613-7889-4010-849E-780A4C9A386F}">
      <dsp:nvSpPr>
        <dsp:cNvPr id="0" name=""/>
        <dsp:cNvSpPr/>
      </dsp:nvSpPr>
      <dsp:spPr>
        <a:xfrm>
          <a:off x="0" y="2462249"/>
          <a:ext cx="4726201" cy="1230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/>
            <a:t>Ejemplo</a:t>
          </a:r>
          <a:r>
            <a:rPr lang="en-US" sz="1800" kern="1200"/>
            <a:t>: Get-</a:t>
          </a:r>
          <a:r>
            <a:rPr lang="en-US" sz="1800" kern="1200" err="1"/>
            <a:t>Acl</a:t>
          </a:r>
          <a:r>
            <a:rPr lang="en-US" sz="1800" kern="1200"/>
            <a:t> C:\Carpeta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Vamos a </a:t>
          </a:r>
          <a:r>
            <a:rPr lang="en-US" sz="1800" kern="1200" err="1"/>
            <a:t>ver</a:t>
          </a:r>
          <a:r>
            <a:rPr lang="en-US" sz="1800" kern="1200"/>
            <a:t> </a:t>
          </a:r>
          <a:r>
            <a:rPr lang="en-US" sz="1800" kern="1200" err="1"/>
            <a:t>ahora</a:t>
          </a:r>
          <a:r>
            <a:rPr lang="en-US" sz="1800" kern="1200"/>
            <a:t> un </a:t>
          </a:r>
          <a:r>
            <a:rPr lang="en-US" sz="1800" kern="1200" err="1"/>
            <a:t>ejemplo</a:t>
          </a:r>
          <a:r>
            <a:rPr lang="en-US" sz="1800" kern="1200"/>
            <a:t> </a:t>
          </a:r>
          <a:r>
            <a:rPr lang="en-US" sz="1800" kern="1200" err="1"/>
            <a:t>más</a:t>
          </a:r>
          <a:r>
            <a:rPr lang="en-US" sz="1800" kern="1200"/>
            <a:t> </a:t>
          </a:r>
          <a:r>
            <a:rPr lang="en-US" sz="1800" kern="1200" err="1"/>
            <a:t>complejo</a:t>
          </a:r>
          <a:endParaRPr lang="en-US" sz="1800" kern="1200"/>
        </a:p>
      </dsp:txBody>
      <dsp:txXfrm>
        <a:off x="0" y="2462249"/>
        <a:ext cx="4726201" cy="1230688"/>
      </dsp:txXfrm>
    </dsp:sp>
    <dsp:sp modelId="{F552AA26-11B0-4582-A8F2-188D99CF32DF}">
      <dsp:nvSpPr>
        <dsp:cNvPr id="0" name=""/>
        <dsp:cNvSpPr/>
      </dsp:nvSpPr>
      <dsp:spPr>
        <a:xfrm>
          <a:off x="0" y="369293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9AD80-96EC-4252-85CB-68E7B2860F98}">
      <dsp:nvSpPr>
        <dsp:cNvPr id="0" name=""/>
        <dsp:cNvSpPr/>
      </dsp:nvSpPr>
      <dsp:spPr>
        <a:xfrm>
          <a:off x="0" y="3692937"/>
          <a:ext cx="4721585" cy="2080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$</a:t>
          </a:r>
          <a:r>
            <a:rPr lang="en-US" sz="1800" kern="1200" dirty="0" err="1"/>
            <a:t>acl</a:t>
          </a:r>
          <a:r>
            <a:rPr lang="en-US" sz="1800" kern="1200" dirty="0"/>
            <a:t> = Get-</a:t>
          </a:r>
          <a:r>
            <a:rPr lang="en-US" sz="1800" kern="1200" dirty="0" err="1"/>
            <a:t>Acl</a:t>
          </a:r>
          <a:r>
            <a:rPr lang="en-US" sz="1800" kern="1200" dirty="0"/>
            <a:t> C:\Carpeta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$rule = New-Object </a:t>
          </a:r>
          <a:r>
            <a:rPr lang="en-US" sz="1800" kern="1200" dirty="0" err="1"/>
            <a:t>System.Security.AccessControl.FileSystemAccessRule</a:t>
          </a:r>
          <a:r>
            <a:rPr lang="en-US" sz="1800" kern="1200" dirty="0"/>
            <a:t>('</a:t>
          </a:r>
          <a:r>
            <a:rPr lang="en-US" sz="1800" kern="1200" dirty="0" err="1"/>
            <a:t>Usuario</a:t>
          </a:r>
          <a:r>
            <a:rPr lang="en-US" sz="1800" kern="1200" dirty="0"/>
            <a:t>','</a:t>
          </a:r>
          <a:r>
            <a:rPr lang="en-US" sz="1800" kern="1200" dirty="0" err="1"/>
            <a:t>FullControl</a:t>
          </a:r>
          <a:r>
            <a:rPr lang="en-US" sz="1800" kern="1200" dirty="0"/>
            <a:t>','Allow')$</a:t>
          </a:r>
          <a:r>
            <a:rPr lang="en-US" sz="1800" kern="1200" dirty="0" err="1"/>
            <a:t>acl.SetAccessRule</a:t>
          </a:r>
          <a:r>
            <a:rPr lang="en-US" sz="1800" kern="1200" dirty="0"/>
            <a:t>($rule)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Set-</a:t>
          </a:r>
          <a:r>
            <a:rPr lang="en-US" sz="1800" kern="1200" dirty="0" err="1"/>
            <a:t>Acl</a:t>
          </a:r>
          <a:r>
            <a:rPr lang="en-US" sz="1800" kern="1200" dirty="0"/>
            <a:t> C:\Carpeta $</a:t>
          </a:r>
          <a:r>
            <a:rPr lang="en-US" sz="1800" kern="1200" dirty="0" err="1"/>
            <a:t>acl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Get-</a:t>
          </a:r>
          <a:r>
            <a:rPr lang="en-US" sz="1800" kern="1200" dirty="0" err="1"/>
            <a:t>Acl</a:t>
          </a:r>
          <a:r>
            <a:rPr lang="en-US" sz="1800" kern="1200" dirty="0"/>
            <a:t> C:\Carpeta | Format-List</a:t>
          </a:r>
        </a:p>
      </dsp:txBody>
      <dsp:txXfrm>
        <a:off x="0" y="3692937"/>
        <a:ext cx="4721585" cy="20804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E7783-1B5C-4B9E-AB46-0BA3A9F18D4F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4353-9917-4ADA-830E-67A793A3A168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Get-LocalUser → Lista usuarios locales</a:t>
          </a:r>
        </a:p>
      </dsp:txBody>
      <dsp:txXfrm>
        <a:off x="0" y="717"/>
        <a:ext cx="4726201" cy="1175474"/>
      </dsp:txXfrm>
    </dsp:sp>
    <dsp:sp modelId="{25F0FEF6-B916-4426-AA7B-DC76A3C4D6D7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092D2-588F-4BFF-ACF1-B3BDAE5D28CD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New-LocalUser → Crear usuario</a:t>
          </a:r>
        </a:p>
      </dsp:txBody>
      <dsp:txXfrm>
        <a:off x="0" y="1176192"/>
        <a:ext cx="4726201" cy="1175474"/>
      </dsp:txXfrm>
    </dsp:sp>
    <dsp:sp modelId="{EA1A4DB0-6D84-4CD0-8EE7-997330F2F437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98F24-4F6F-457A-8C51-62CC6357FB09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Set-LocalUser → Modificar usuario</a:t>
          </a:r>
        </a:p>
      </dsp:txBody>
      <dsp:txXfrm>
        <a:off x="0" y="2351667"/>
        <a:ext cx="4726201" cy="1175474"/>
      </dsp:txXfrm>
    </dsp:sp>
    <dsp:sp modelId="{574BBF45-C53E-44A7-AFDF-FCEE6DE0AF4F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40E6A-E9E5-4360-A0C0-5343ADCD8A0D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Enable/Disable-LocalUser → Habilitar/Deshabilitar</a:t>
          </a:r>
        </a:p>
      </dsp:txBody>
      <dsp:txXfrm>
        <a:off x="0" y="3527141"/>
        <a:ext cx="4726201" cy="1175474"/>
      </dsp:txXfrm>
    </dsp:sp>
    <dsp:sp modelId="{3B4F9A79-86FA-4D69-AADB-ECEBD948D433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20861-F363-49F0-B49C-D47836E4F6D7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Remove-LocalUser → Eliminar</a:t>
          </a:r>
        </a:p>
      </dsp:txBody>
      <dsp:txXfrm>
        <a:off x="0" y="4702616"/>
        <a:ext cx="4726201" cy="11754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3813B-D4EC-4A63-B974-D80FFE8A5FE4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0A5CD-A8CC-492D-AE15-BEA9730879DF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906BC-7995-47B5-A929-FC4D78205671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New-</a:t>
          </a:r>
          <a:r>
            <a:rPr lang="en-US" sz="2200" kern="1200" err="1"/>
            <a:t>LocalGroup</a:t>
          </a:r>
          <a:r>
            <a:rPr lang="en-US" sz="2200" kern="1200"/>
            <a:t> -Name '</a:t>
          </a:r>
          <a:r>
            <a:rPr lang="en-US" sz="2200" kern="1200" err="1"/>
            <a:t>Alumnos</a:t>
          </a:r>
          <a:r>
            <a:rPr lang="en-US" sz="2200" kern="1200"/>
            <a:t>' -Description 'Grupo de </a:t>
          </a:r>
          <a:r>
            <a:rPr lang="en-US" sz="2200" kern="1200" err="1"/>
            <a:t>alumnos</a:t>
          </a:r>
          <a:r>
            <a:rPr lang="en-US" sz="2200" kern="1200"/>
            <a:t>'</a:t>
          </a:r>
        </a:p>
      </dsp:txBody>
      <dsp:txXfrm>
        <a:off x="2037007" y="955306"/>
        <a:ext cx="2689193" cy="1763642"/>
      </dsp:txXfrm>
    </dsp:sp>
    <dsp:sp modelId="{6C2E33C8-643D-46F5-9D72-D0BA26504FE1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10400-4B39-48F6-8C16-31B1FDE50D2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963AD-B1FA-4034-867A-778C32427703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Add-LocalGroupMember -Group 'Alumnos' -Member 'Alumno1'</a:t>
          </a:r>
        </a:p>
      </dsp:txBody>
      <dsp:txXfrm>
        <a:off x="2037007" y="3159859"/>
        <a:ext cx="2689193" cy="17636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0A025-615D-472C-A7A7-631E232936B6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51415-242E-4484-9006-4E4FED752346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5. Crear un usuario Alumno2 con contraseña</a:t>
          </a:r>
        </a:p>
      </dsp:txBody>
      <dsp:txXfrm>
        <a:off x="0" y="0"/>
        <a:ext cx="4726201" cy="1469702"/>
      </dsp:txXfrm>
    </dsp:sp>
    <dsp:sp modelId="{B18A2E02-1957-4912-83A5-D1CA0852A147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A7C02-4291-44A3-952D-3A57CC2FF2ED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6. Deshabilitar el usuario Alumno2</a:t>
          </a:r>
        </a:p>
      </dsp:txBody>
      <dsp:txXfrm>
        <a:off x="0" y="1469702"/>
        <a:ext cx="4726201" cy="1469702"/>
      </dsp:txXfrm>
    </dsp:sp>
    <dsp:sp modelId="{EF0811B4-B537-4A83-8AFC-9D129C29AEAB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56DF5-E368-4576-A579-FE92ED05B4E4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7. Volver a habilitar Alumno2</a:t>
          </a:r>
        </a:p>
      </dsp:txBody>
      <dsp:txXfrm>
        <a:off x="0" y="2939404"/>
        <a:ext cx="4726201" cy="1469702"/>
      </dsp:txXfrm>
    </dsp:sp>
    <dsp:sp modelId="{FEB7B94B-D1DD-4D0E-BF28-50ACED438EE3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9C31F-AB8D-43C4-801D-52FFF7E177FF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8. Eliminar Alumno2</a:t>
          </a:r>
        </a:p>
      </dsp:txBody>
      <dsp:txXfrm>
        <a:off x="0" y="4409106"/>
        <a:ext cx="4726201" cy="14697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F35D2-EDA0-4629-9E31-00CAE75D72A9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B0991-2502-4DBD-8AC8-CB0143E7795C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59E7C-49BD-4BA4-8F27-36FB2F74FDBB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9. Crear un grupo Profesores</a:t>
          </a:r>
        </a:p>
      </dsp:txBody>
      <dsp:txXfrm>
        <a:off x="1939533" y="717"/>
        <a:ext cx="2786667" cy="1679249"/>
      </dsp:txXfrm>
    </dsp:sp>
    <dsp:sp modelId="{612FE7C2-A839-4E5B-BB08-F5F2D9D2FC0F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5F1C4-F9A4-4FC6-AC3A-3829E1E048C6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E4CD1-D148-4078-AA43-8A7D909AE813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10. Añadir un usuario existente al grupo Profesores</a:t>
          </a:r>
        </a:p>
      </dsp:txBody>
      <dsp:txXfrm>
        <a:off x="1939533" y="2099779"/>
        <a:ext cx="2786667" cy="1679249"/>
      </dsp:txXfrm>
    </dsp:sp>
    <dsp:sp modelId="{74448DF0-B6AA-4E7B-8653-D8E5A3843CB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DAB7B-6E5B-4C13-B3A1-1CA9368E367A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69E44-C2D7-4E67-B537-53113B84084D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11. Listar miembros del grupo Profesores</a:t>
          </a:r>
        </a:p>
      </dsp:txBody>
      <dsp:txXfrm>
        <a:off x="1939533" y="4198841"/>
        <a:ext cx="2786667" cy="167924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6ECAD-EECA-4C93-9070-C3F3A68104E9}">
      <dsp:nvSpPr>
        <dsp:cNvPr id="0" name=""/>
        <dsp:cNvSpPr/>
      </dsp:nvSpPr>
      <dsp:spPr>
        <a:xfrm>
          <a:off x="0" y="287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082AA-7566-444E-B3FC-2B63CDCD5364}">
      <dsp:nvSpPr>
        <dsp:cNvPr id="0" name=""/>
        <dsp:cNvSpPr/>
      </dsp:nvSpPr>
      <dsp:spPr>
        <a:xfrm>
          <a:off x="0" y="2870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12. Listar los últimos 10 eventos de seguridad</a:t>
          </a:r>
        </a:p>
      </dsp:txBody>
      <dsp:txXfrm>
        <a:off x="0" y="2870"/>
        <a:ext cx="4726201" cy="1957689"/>
      </dsp:txXfrm>
    </dsp:sp>
    <dsp:sp modelId="{051BB7BE-73BC-49B9-8A1E-589D536E118E}">
      <dsp:nvSpPr>
        <dsp:cNvPr id="0" name=""/>
        <dsp:cNvSpPr/>
      </dsp:nvSpPr>
      <dsp:spPr>
        <a:xfrm>
          <a:off x="0" y="196055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DD6B5-5585-42EA-B92C-304590BF55B5}">
      <dsp:nvSpPr>
        <dsp:cNvPr id="0" name=""/>
        <dsp:cNvSpPr/>
      </dsp:nvSpPr>
      <dsp:spPr>
        <a:xfrm>
          <a:off x="0" y="196055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13. Filtrar intentos fallidos de inicio de sesión</a:t>
          </a:r>
        </a:p>
      </dsp:txBody>
      <dsp:txXfrm>
        <a:off x="0" y="1960559"/>
        <a:ext cx="4726201" cy="1957689"/>
      </dsp:txXfrm>
    </dsp:sp>
    <dsp:sp modelId="{59C4A9A6-0EE6-42DB-AC0D-0950F31C9E3F}">
      <dsp:nvSpPr>
        <dsp:cNvPr id="0" name=""/>
        <dsp:cNvSpPr/>
      </dsp:nvSpPr>
      <dsp:spPr>
        <a:xfrm>
          <a:off x="0" y="3918249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C6C3F-A713-4DA7-82B8-FEF1F1C1DACF}">
      <dsp:nvSpPr>
        <dsp:cNvPr id="0" name=""/>
        <dsp:cNvSpPr/>
      </dsp:nvSpPr>
      <dsp:spPr>
        <a:xfrm>
          <a:off x="0" y="3918249"/>
          <a:ext cx="4726201" cy="1957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14. Exportar eventos de seguridad a CSV</a:t>
          </a:r>
        </a:p>
      </dsp:txBody>
      <dsp:txXfrm>
        <a:off x="0" y="3918249"/>
        <a:ext cx="4726201" cy="195768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01F97-E9E6-4CD8-897A-1D2CD17B7915}">
      <dsp:nvSpPr>
        <dsp:cNvPr id="0" name=""/>
        <dsp:cNvSpPr/>
      </dsp:nvSpPr>
      <dsp:spPr>
        <a:xfrm>
          <a:off x="0" y="0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8760C-5C78-43C0-9B63-8F9D4C5F3492}">
      <dsp:nvSpPr>
        <dsp:cNvPr id="0" name=""/>
        <dsp:cNvSpPr/>
      </dsp:nvSpPr>
      <dsp:spPr>
        <a:xfrm>
          <a:off x="0" y="0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Get-EventLog -LogName Security → Eventos clásicos</a:t>
          </a:r>
        </a:p>
      </dsp:txBody>
      <dsp:txXfrm>
        <a:off x="0" y="0"/>
        <a:ext cx="4726201" cy="1469702"/>
      </dsp:txXfrm>
    </dsp:sp>
    <dsp:sp modelId="{93399FB5-2656-4B01-A39B-1CA4C043CEF9}">
      <dsp:nvSpPr>
        <dsp:cNvPr id="0" name=""/>
        <dsp:cNvSpPr/>
      </dsp:nvSpPr>
      <dsp:spPr>
        <a:xfrm>
          <a:off x="0" y="1469702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3F820-9B0E-46CE-B29F-7B14DBDE75C5}">
      <dsp:nvSpPr>
        <dsp:cNvPr id="0" name=""/>
        <dsp:cNvSpPr/>
      </dsp:nvSpPr>
      <dsp:spPr>
        <a:xfrm>
          <a:off x="0" y="1469702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Get-WinEvent -LogName Security → Eventos modernos</a:t>
          </a:r>
        </a:p>
      </dsp:txBody>
      <dsp:txXfrm>
        <a:off x="0" y="1469702"/>
        <a:ext cx="4726201" cy="1469702"/>
      </dsp:txXfrm>
    </dsp:sp>
    <dsp:sp modelId="{DACEC0E9-108E-45D1-8F2C-F17D3E84BF31}">
      <dsp:nvSpPr>
        <dsp:cNvPr id="0" name=""/>
        <dsp:cNvSpPr/>
      </dsp:nvSpPr>
      <dsp:spPr>
        <a:xfrm>
          <a:off x="0" y="2939404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889A2-D8D7-47E4-B7FD-75385DF2873A}">
      <dsp:nvSpPr>
        <dsp:cNvPr id="0" name=""/>
        <dsp:cNvSpPr/>
      </dsp:nvSpPr>
      <dsp:spPr>
        <a:xfrm>
          <a:off x="0" y="2939404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Ejemplo:</a:t>
          </a:r>
        </a:p>
      </dsp:txBody>
      <dsp:txXfrm>
        <a:off x="0" y="2939404"/>
        <a:ext cx="4726201" cy="1469702"/>
      </dsp:txXfrm>
    </dsp:sp>
    <dsp:sp modelId="{E6C35C03-3EEF-492B-B737-293ECB99FEDC}">
      <dsp:nvSpPr>
        <dsp:cNvPr id="0" name=""/>
        <dsp:cNvSpPr/>
      </dsp:nvSpPr>
      <dsp:spPr>
        <a:xfrm>
          <a:off x="0" y="4409106"/>
          <a:ext cx="4726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51BD8-0D7D-4AFB-966F-D6D578FCA94C}">
      <dsp:nvSpPr>
        <dsp:cNvPr id="0" name=""/>
        <dsp:cNvSpPr/>
      </dsp:nvSpPr>
      <dsp:spPr>
        <a:xfrm>
          <a:off x="0" y="4409106"/>
          <a:ext cx="4726201" cy="1469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Get-EventLog -LogName Security -Newest 20</a:t>
          </a:r>
        </a:p>
      </dsp:txBody>
      <dsp:txXfrm>
        <a:off x="0" y="4409106"/>
        <a:ext cx="4726201" cy="14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ndado encima de placa base de ordenador">
            <a:extLst>
              <a:ext uri="{FF2B5EF4-FFF2-40B4-BE49-F238E27FC236}">
                <a16:creationId xmlns:a16="http://schemas.microsoft.com/office/drawing/2014/main" id="{DFA77FEF-B237-9326-8A4E-0A725A6321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10999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50495" cy="1520987"/>
          </a:xfrm>
        </p:spPr>
        <p:txBody>
          <a:bodyPr anchor="t">
            <a:normAutofit/>
          </a:bodyPr>
          <a:lstStyle/>
          <a:p>
            <a:pPr algn="l"/>
            <a:r>
              <a:rPr lang="es-ES" sz="3500">
                <a:solidFill>
                  <a:srgbClr val="FFFFFF"/>
                </a:solidFill>
              </a:rPr>
              <a:t>Curso PowerShell</a:t>
            </a:r>
          </a:p>
          <a:p>
            <a:pPr algn="l"/>
            <a:r>
              <a:rPr lang="es-ES" sz="3500">
                <a:solidFill>
                  <a:srgbClr val="FFFFFF"/>
                </a:solidFill>
              </a:rPr>
              <a:t>Bloque 4: Seguridad y Usuarios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293441"/>
            <a:ext cx="4721499" cy="1588514"/>
          </a:xfrm>
        </p:spPr>
        <p:txBody>
          <a:bodyPr anchor="b">
            <a:normAutofit/>
          </a:bodyPr>
          <a:lstStyle/>
          <a:p>
            <a:pPr algn="l"/>
            <a:r>
              <a:rPr lang="es-ES" sz="1600">
                <a:solidFill>
                  <a:srgbClr val="FFFFFF"/>
                </a:solidFill>
              </a:rPr>
              <a:t>Gestión de políticas de ejecución, permisos, usuarios y grupos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Noticias | Senado de España">
            <a:extLst>
              <a:ext uri="{FF2B5EF4-FFF2-40B4-BE49-F238E27FC236}">
                <a16:creationId xmlns:a16="http://schemas.microsoft.com/office/drawing/2014/main" id="{6B0B1E38-A02F-9704-2AC6-47E14C453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331" y="6269944"/>
            <a:ext cx="1102903" cy="4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6CD9571-D8C9-8721-852E-01821FF18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513" y="6151784"/>
            <a:ext cx="1070487" cy="70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100">
                <a:solidFill>
                  <a:schemeClr val="bg1"/>
                </a:solidFill>
              </a:rPr>
              <a:t>Introducción al Bloque 4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036FEF-6F92-09AF-06CF-CFE7DE8685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77783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3400">
                <a:solidFill>
                  <a:schemeClr val="bg1"/>
                </a:solidFill>
              </a:rPr>
              <a:t>Importancia práctica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6E7D60-7D9A-5C1B-C0BC-C1FD8A6D5D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33878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3E6736-2D11-0B8B-9028-99FF3F28D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Gestionar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seguridad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PowerShell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7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Política de ejecución de scripts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42B268-9B3A-61F3-B594-9CAE10C80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85569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Ejemplo: Cambiar política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CDAC4F-FB5B-7770-2B50-6C71041D8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35786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7A0146-6971-4A5B-27AB-D727AEA5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94762"/>
            <a:ext cx="3485178" cy="406888"/>
          </a:xfrm>
        </p:spPr>
        <p:txBody>
          <a:bodyPr anchor="ctr">
            <a:normAutofit fontScale="90000"/>
          </a:bodyPr>
          <a:lstStyle/>
          <a:p>
            <a:r>
              <a:rPr lang="es-ES" sz="3500"/>
              <a:t>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A844B0-C86C-142C-4180-5D4B0DE3A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501650"/>
            <a:ext cx="3869717" cy="5854700"/>
          </a:xfrm>
        </p:spPr>
        <p:txBody>
          <a:bodyPr anchor="ctr">
            <a:normAutofit/>
          </a:bodyPr>
          <a:lstStyle/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 b="1"/>
              <a:t>Si al ejecutar: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 err="1"/>
              <a:t>Get-ExecutionPolicy</a:t>
            </a:r>
            <a:r>
              <a:rPr lang="es-ES" sz="1400"/>
              <a:t> -</a:t>
            </a:r>
            <a:r>
              <a:rPr lang="es-ES" sz="1400" err="1"/>
              <a:t>List</a:t>
            </a: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te aparecen todas las entradas como </a:t>
            </a:r>
            <a:r>
              <a:rPr lang="es-ES" sz="1400" err="1"/>
              <a:t>Undefined</a:t>
            </a:r>
            <a:r>
              <a:rPr lang="es-ES" sz="1400"/>
              <a:t>, significa simplemente que no hay ninguna política establecida explícitamente en ninguno de los ámbitos.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 b="1"/>
              <a:t>🔹 ¿Qué implica?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Cuando todo está en </a:t>
            </a:r>
            <a:r>
              <a:rPr lang="es-ES" sz="1400" err="1"/>
              <a:t>Undefined</a:t>
            </a:r>
            <a:r>
              <a:rPr lang="es-ES" sz="1400"/>
              <a:t>, PowerShell aplica un valor por defecto: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En Windows normalmente es </a:t>
            </a:r>
            <a:r>
              <a:rPr lang="es-ES" sz="1400" err="1"/>
              <a:t>Restricted</a:t>
            </a:r>
            <a:r>
              <a:rPr lang="es-ES" sz="1400"/>
              <a:t> → no se ejecutan scripts.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En PowerShell 7 (Core) suele ser </a:t>
            </a:r>
            <a:r>
              <a:rPr lang="es-ES" sz="1400" err="1"/>
              <a:t>RemoteSigned</a:t>
            </a:r>
            <a:r>
              <a:rPr lang="es-ES" sz="1400"/>
              <a:t>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400"/>
              <a:t>Por eso, aunque veas </a:t>
            </a:r>
            <a:r>
              <a:rPr lang="es-ES" sz="1400" err="1"/>
              <a:t>Undefined</a:t>
            </a:r>
            <a:r>
              <a:rPr lang="es-ES" sz="1400"/>
              <a:t>, en la práctica estás restringido.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400"/>
          </a:p>
        </p:txBody>
      </p:sp>
      <p:pic>
        <p:nvPicPr>
          <p:cNvPr id="5" name="Picture 4" descr="Sellos de inmigración">
            <a:extLst>
              <a:ext uri="{FF2B5EF4-FFF2-40B4-BE49-F238E27FC236}">
                <a16:creationId xmlns:a16="http://schemas.microsoft.com/office/drawing/2014/main" id="{47BACC00-2B5B-06A3-B786-6A7567FC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9" r="4" b="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0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758D5-AC1F-126F-29B2-E65463E9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9B1F33-571C-2F50-D1DD-7B2FE46A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información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68930-D673-6EF9-19C2-207008E6D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 b="1">
                <a:solidFill>
                  <a:schemeClr val="tx1">
                    <a:alpha val="80000"/>
                  </a:schemeClr>
                </a:solidFill>
              </a:rPr>
              <a:t>🔹 Cómo solucionarlo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Debes definir una política en algún Scope (nivel). Lo más seguro para tus alumnos es hacerlo en CurrentUser: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Set-ExecutionPolicy -Scope CurrentUser RemoteSigned -Force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 b="1">
                <a:solidFill>
                  <a:schemeClr val="tx1">
                    <a:alpha val="80000"/>
                  </a:schemeClr>
                </a:solidFill>
              </a:rPr>
              <a:t>Después comprueba otra vez: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Get-ExecutionPolicy -List</a:t>
            </a: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s-ES" sz="1700">
              <a:solidFill>
                <a:schemeClr val="tx1">
                  <a:alpha val="80000"/>
                </a:schemeClr>
              </a:solidFill>
            </a:endParaRPr>
          </a:p>
          <a:p>
            <a:pPr marL="1080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s-ES" sz="1700">
                <a:solidFill>
                  <a:schemeClr val="tx1">
                    <a:alpha val="80000"/>
                  </a:schemeClr>
                </a:solidFill>
              </a:rPr>
              <a:t>Ahora deberías ver en la fila CurrentUser el valor RemoteSigned, y los demás seguirán en Undefined.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4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Ejercicios de 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A2C58-23AC-ED80-E6F8-09D5960730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49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6A6BD3-F1FC-A90C-813E-C4B9D8170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Configurar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permisos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archivos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carpetas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5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Permisos de archivos y carpetas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8BA541-1A12-8056-B906-72F32A1CBC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318192"/>
              </p:ext>
            </p:extLst>
          </p:nvPr>
        </p:nvGraphicFramePr>
        <p:xfrm>
          <a:off x="4113104" y="477540"/>
          <a:ext cx="4726201" cy="5774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72E06B-AA93-9ECF-32DB-A29A54AE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810" y="-481521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Explicación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309E39-C278-07E7-3A89-A46ED0331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842" y="1204179"/>
            <a:ext cx="4185113" cy="5823155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s-ES" sz="1600" b="1" dirty="0"/>
              <a:t>1. </a:t>
            </a:r>
            <a:r>
              <a:rPr lang="es-ES" sz="1600" b="1" dirty="0" err="1"/>
              <a:t>Get-Acl</a:t>
            </a:r>
            <a:r>
              <a:rPr lang="es-ES" sz="1600" b="1" dirty="0"/>
              <a:t> C:\Carpeta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Obtiene la ACL (Access Control </a:t>
            </a:r>
            <a:r>
              <a:rPr lang="es-ES" sz="1600" dirty="0" err="1"/>
              <a:t>List</a:t>
            </a:r>
            <a:r>
              <a:rPr lang="es-ES" sz="1600" dirty="0"/>
              <a:t>) de la carpeta C:\Carpeta.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Es decir, carga los permisos actuales (usuarios, grupos, tipo de acceso).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Se guarda en la variable $</a:t>
            </a:r>
            <a:r>
              <a:rPr lang="es-ES" sz="1600" dirty="0" err="1"/>
              <a:t>acl</a:t>
            </a:r>
            <a:r>
              <a:rPr lang="es-ES" sz="1600" dirty="0"/>
              <a:t>.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b="1" dirty="0"/>
              <a:t>2. New-</a:t>
            </a:r>
            <a:r>
              <a:rPr lang="es-ES" sz="1600" b="1" dirty="0" err="1"/>
              <a:t>Object</a:t>
            </a:r>
            <a:r>
              <a:rPr lang="es-ES" sz="1600" b="1" dirty="0"/>
              <a:t> </a:t>
            </a:r>
            <a:r>
              <a:rPr lang="es-ES" sz="1600" b="1" dirty="0" err="1"/>
              <a:t>System.Security.AccessControl.FileSystemAccessRule</a:t>
            </a:r>
            <a:r>
              <a:rPr lang="es-ES" sz="1600" b="1" dirty="0"/>
              <a:t>(...)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Crea una nueva regla de acceso con estos parámetros: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'Usuario' → el nombre de usuario o grupo al que se asignan los permisos.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'</a:t>
            </a:r>
            <a:r>
              <a:rPr lang="es-ES" sz="1600" dirty="0" err="1"/>
              <a:t>FullControl</a:t>
            </a:r>
            <a:r>
              <a:rPr lang="es-ES" sz="1600" dirty="0"/>
              <a:t>' → tipo de permiso (en este caso, control total).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'</a:t>
            </a:r>
            <a:r>
              <a:rPr lang="es-ES" sz="1600" dirty="0" err="1"/>
              <a:t>Allow</a:t>
            </a:r>
            <a:r>
              <a:rPr lang="es-ES" sz="1600" dirty="0"/>
              <a:t>' → el tipo de regla (permitir).</a:t>
            </a:r>
          </a:p>
          <a:p>
            <a:pPr>
              <a:lnSpc>
                <a:spcPct val="90000"/>
              </a:lnSpc>
            </a:pPr>
            <a:endParaRPr lang="es-ES" sz="1600" dirty="0"/>
          </a:p>
          <a:p>
            <a:pPr>
              <a:lnSpc>
                <a:spcPct val="90000"/>
              </a:lnSpc>
            </a:pPr>
            <a:r>
              <a:rPr lang="es-ES" sz="1600" dirty="0"/>
              <a:t>👉 Ejemplo: “Permitir que el usuario </a:t>
            </a:r>
            <a:r>
              <a:rPr lang="es-ES" sz="1600" dirty="0" err="1"/>
              <a:t>Usuario</a:t>
            </a:r>
            <a:r>
              <a:rPr lang="es-ES" sz="1600" dirty="0"/>
              <a:t> tenga Control total”.</a:t>
            </a:r>
          </a:p>
          <a:p>
            <a:pPr>
              <a:lnSpc>
                <a:spcPct val="90000"/>
              </a:lnSpc>
            </a:pPr>
            <a:endParaRPr lang="es-ES" sz="1600" dirty="0"/>
          </a:p>
        </p:txBody>
      </p:sp>
      <p:pic>
        <p:nvPicPr>
          <p:cNvPr id="5" name="Picture 4" descr="Vista superior de cubos conectados con líneas negras">
            <a:extLst>
              <a:ext uri="{FF2B5EF4-FFF2-40B4-BE49-F238E27FC236}">
                <a16:creationId xmlns:a16="http://schemas.microsoft.com/office/drawing/2014/main" id="{F7349ED0-AA33-9317-B8A8-65532FE19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4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BEF2B-CAB0-A6D7-B4BB-D20F1CB9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F10651-71DE-91C8-E06A-1AE0ACBC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11" y="124260"/>
            <a:ext cx="3485178" cy="377391"/>
          </a:xfrm>
        </p:spPr>
        <p:txBody>
          <a:bodyPr anchor="ctr">
            <a:normAutofit fontScale="90000"/>
          </a:bodyPr>
          <a:lstStyle/>
          <a:p>
            <a:r>
              <a:rPr lang="es-ES" sz="3500"/>
              <a:t>Explicación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3F9257-DD50-B699-C624-674674326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747252"/>
            <a:ext cx="4109884" cy="5609097"/>
          </a:xfrm>
        </p:spPr>
        <p:txBody>
          <a:bodyPr anchor="ctr">
            <a:normAutofit fontScale="92500"/>
          </a:bodyPr>
          <a:lstStyle/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b="1"/>
              <a:t>3. $</a:t>
            </a:r>
            <a:r>
              <a:rPr lang="es-ES" sz="1600" b="1" err="1"/>
              <a:t>acl.SetAccessRule</a:t>
            </a:r>
            <a:r>
              <a:rPr lang="es-ES" sz="1600" b="1"/>
              <a:t>($rule)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Inserta o reemplaza la regla dentro del objeto $</a:t>
            </a:r>
            <a:r>
              <a:rPr lang="es-ES" sz="1600" err="1"/>
              <a:t>acl</a:t>
            </a:r>
            <a:r>
              <a:rPr lang="es-ES" sz="1600"/>
              <a:t>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Si ya existía una regla para ese usuario, la sobrescribe con la nueva.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b="1"/>
              <a:t>4. Set-</a:t>
            </a:r>
            <a:r>
              <a:rPr lang="es-ES" sz="1600" b="1" err="1"/>
              <a:t>Acl</a:t>
            </a:r>
            <a:r>
              <a:rPr lang="es-ES" sz="1600" b="1"/>
              <a:t> C:\Carpeta $</a:t>
            </a:r>
            <a:r>
              <a:rPr lang="es-ES" sz="1600" b="1" err="1"/>
              <a:t>acl</a:t>
            </a:r>
            <a:endParaRPr lang="es-ES" sz="1600" b="1"/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Aplica la ACL modificada (con la nueva regla) a la carpeta real en el sistema.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Es el paso que escribe el cambio en Windows.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b="1"/>
              <a:t>5. </a:t>
            </a:r>
            <a:r>
              <a:rPr lang="es-ES" sz="1600" b="1" err="1"/>
              <a:t>Get-Acl</a:t>
            </a:r>
            <a:r>
              <a:rPr lang="es-ES" sz="1600" b="1"/>
              <a:t> C:\Carpeta | </a:t>
            </a:r>
            <a:r>
              <a:rPr lang="es-ES" sz="1600" b="1" err="1"/>
              <a:t>Format-List</a:t>
            </a:r>
            <a:endParaRPr lang="es-ES" sz="1600" b="1"/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Vuelve a obtener los permisos actuales de la carpeta.</a:t>
            </a:r>
          </a:p>
          <a:p>
            <a:pPr>
              <a:lnSpc>
                <a:spcPct val="90000"/>
              </a:lnSpc>
            </a:pPr>
            <a:endParaRPr lang="es-ES" sz="1600"/>
          </a:p>
          <a:p>
            <a:pPr>
              <a:lnSpc>
                <a:spcPct val="90000"/>
              </a:lnSpc>
            </a:pPr>
            <a:r>
              <a:rPr lang="es-ES" sz="1600" err="1"/>
              <a:t>Format-List</a:t>
            </a:r>
            <a:r>
              <a:rPr lang="es-ES" sz="1600"/>
              <a:t> los muestra de manera detallada, incluyendo </a:t>
            </a:r>
            <a:r>
              <a:rPr lang="es-ES" sz="1600" err="1"/>
              <a:t>Owner</a:t>
            </a:r>
            <a:r>
              <a:rPr lang="es-ES" sz="1600"/>
              <a:t>, Access, Audit, etc.</a:t>
            </a:r>
          </a:p>
        </p:txBody>
      </p:sp>
      <p:pic>
        <p:nvPicPr>
          <p:cNvPr id="5" name="Picture 4" descr="Primer plano de una regla">
            <a:extLst>
              <a:ext uri="{FF2B5EF4-FFF2-40B4-BE49-F238E27FC236}">
                <a16:creationId xmlns:a16="http://schemas.microsoft.com/office/drawing/2014/main" id="{9ECF723E-347A-B6FC-020E-35F73E833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31" r="3041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4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5C8DDB-0E42-05D0-E8E3-2F42D3A6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•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Administrar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usuarios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42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grupos</a:t>
            </a: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locales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4102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de usuarios locales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AE5696-01D2-2C47-5C3A-D5C4D7FBE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339073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3394204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04" y="1458180"/>
            <a:ext cx="2325391" cy="3941640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Ejemplo: Crear usuario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4858" y="1047964"/>
            <a:ext cx="5476126" cy="4351856"/>
          </a:xfrm>
        </p:spPr>
        <p:txBody>
          <a:bodyPr anchor="ctr">
            <a:normAutofit lnSpcReduction="10000"/>
          </a:bodyPr>
          <a:lstStyle/>
          <a:p>
            <a:r>
              <a:rPr lang="es-ES" sz="2800" dirty="0"/>
              <a:t>New-</a:t>
            </a:r>
            <a:r>
              <a:rPr lang="es-ES" sz="2800" dirty="0" err="1"/>
              <a:t>LocalUser</a:t>
            </a:r>
            <a:r>
              <a:rPr lang="es-ES" sz="2800" dirty="0"/>
              <a:t> -</a:t>
            </a:r>
            <a:r>
              <a:rPr lang="es-ES" sz="2800" dirty="0" err="1"/>
              <a:t>Name</a:t>
            </a:r>
            <a:r>
              <a:rPr lang="es-ES" sz="2800" dirty="0"/>
              <a:t> 'Alumno1' -</a:t>
            </a:r>
            <a:r>
              <a:rPr lang="es-ES" sz="2800" dirty="0" err="1"/>
              <a:t>Password</a:t>
            </a:r>
            <a:r>
              <a:rPr lang="es-ES" sz="2800" dirty="0"/>
              <a:t> (</a:t>
            </a:r>
            <a:r>
              <a:rPr lang="es-ES" sz="2800" dirty="0" err="1"/>
              <a:t>Read</a:t>
            </a:r>
            <a:r>
              <a:rPr lang="es-ES" sz="2800" dirty="0"/>
              <a:t>-Host -</a:t>
            </a:r>
            <a:r>
              <a:rPr lang="es-ES" sz="2800" dirty="0" err="1"/>
              <a:t>AsSecureString</a:t>
            </a:r>
            <a:r>
              <a:rPr lang="es-ES" sz="2800" dirty="0"/>
              <a:t> 'Contraseña') -</a:t>
            </a:r>
            <a:r>
              <a:rPr lang="es-ES" sz="2800" dirty="0" err="1"/>
              <a:t>FullName</a:t>
            </a:r>
            <a:r>
              <a:rPr lang="es-ES" sz="2800" dirty="0"/>
              <a:t> 'Alumno Uno' -</a:t>
            </a:r>
            <a:r>
              <a:rPr lang="es-ES" sz="2800" dirty="0" err="1"/>
              <a:t>Description</a:t>
            </a:r>
            <a:r>
              <a:rPr lang="es-ES" sz="2800" dirty="0"/>
              <a:t> 'Usuario de prueba’</a:t>
            </a:r>
          </a:p>
          <a:p>
            <a:endParaRPr lang="es-ES" sz="2800" dirty="0"/>
          </a:p>
          <a:p>
            <a:r>
              <a:rPr lang="es-ES" sz="2800" dirty="0"/>
              <a:t>Importante si usamos PowerShell </a:t>
            </a:r>
            <a:r>
              <a:rPr lang="es-ES" sz="2800" dirty="0" err="1"/>
              <a:t>ise</a:t>
            </a:r>
            <a:r>
              <a:rPr lang="es-ES" sz="2800" dirty="0"/>
              <a:t>, tenemos que abrirlo como administrador. Al igual que Visual Studio </a:t>
            </a:r>
            <a:r>
              <a:rPr lang="es-ES" sz="2800" dirty="0" err="1"/>
              <a:t>Code</a:t>
            </a:r>
            <a:endParaRPr lang="es-ES" sz="2800" dirty="0"/>
          </a:p>
          <a:p>
            <a:pPr marL="0" indent="0">
              <a:buNone/>
            </a:pPr>
            <a:endParaRPr lang="es-ES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880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CC334-232D-1D95-EC5E-3BA1421B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Éxplicación del 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3007C-ED87-93EE-B106-FCFC977FF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4142" y="196646"/>
            <a:ext cx="5250062" cy="5998882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s-ES" sz="1800" b="1"/>
              <a:t>New-</a:t>
            </a:r>
            <a:r>
              <a:rPr lang="es-ES" sz="1800" b="1" err="1"/>
              <a:t>LocalUser</a:t>
            </a:r>
            <a:r>
              <a:rPr lang="es-ES" sz="1800"/>
              <a:t> → </a:t>
            </a:r>
            <a:r>
              <a:rPr lang="es-ES" sz="1800" err="1"/>
              <a:t>Cmdlet</a:t>
            </a:r>
            <a:r>
              <a:rPr lang="es-ES" sz="1800"/>
              <a:t> que crea un usuario local en el sistema (solo funciona en Windows 10/11 y Server con el módulo </a:t>
            </a:r>
            <a:r>
              <a:rPr lang="es-ES" sz="1800" err="1"/>
              <a:t>Microsoft.PowerShell.LocalAccounts</a:t>
            </a:r>
            <a:r>
              <a:rPr lang="es-ES" sz="1800"/>
              <a:t>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Name</a:t>
            </a:r>
            <a:r>
              <a:rPr lang="es-ES" sz="1800" b="1"/>
              <a:t> 'Alumno1'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Nombre de la cuenta de usuario (lo que se usará para iniciar sesión).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Password</a:t>
            </a:r>
            <a:r>
              <a:rPr lang="es-ES" sz="1800" b="1"/>
              <a:t> (</a:t>
            </a:r>
            <a:r>
              <a:rPr lang="es-ES" sz="1800" b="1" err="1"/>
              <a:t>Read</a:t>
            </a:r>
            <a:r>
              <a:rPr lang="es-ES" sz="1800" b="1"/>
              <a:t>-Host -</a:t>
            </a:r>
            <a:r>
              <a:rPr lang="es-ES" sz="1800" b="1" err="1"/>
              <a:t>AsSecureString</a:t>
            </a:r>
            <a:r>
              <a:rPr lang="es-ES" sz="1800" b="1"/>
              <a:t> 'Contraseña')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Aquí se pide la contraseña en la consola de manera oculta.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 err="1"/>
              <a:t>Read</a:t>
            </a:r>
            <a:r>
              <a:rPr lang="es-ES" sz="1800" b="1"/>
              <a:t>-Host </a:t>
            </a:r>
            <a:r>
              <a:rPr lang="es-ES" sz="1800"/>
              <a:t>→ solicita entrada al usuario.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AsSecureString</a:t>
            </a:r>
            <a:r>
              <a:rPr lang="es-ES" sz="1800" b="1"/>
              <a:t> </a:t>
            </a:r>
            <a:r>
              <a:rPr lang="es-ES" sz="1800"/>
              <a:t>→ la guarda como </a:t>
            </a:r>
            <a:r>
              <a:rPr lang="es-ES" sz="1800" err="1"/>
              <a:t>SecureString</a:t>
            </a:r>
            <a:r>
              <a:rPr lang="es-ES" sz="1800"/>
              <a:t> (formato seguro que exige PowerShell para contraseñas).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FullName</a:t>
            </a:r>
            <a:r>
              <a:rPr lang="es-ES" sz="1800" b="1"/>
              <a:t> </a:t>
            </a:r>
            <a:r>
              <a:rPr lang="es-ES" sz="1800"/>
              <a:t>'Alumno Uno'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Nombre completo descriptivo del usuario (como aparece en la administración de usuarios).</a:t>
            </a:r>
          </a:p>
          <a:p>
            <a:pPr>
              <a:lnSpc>
                <a:spcPct val="90000"/>
              </a:lnSpc>
            </a:pPr>
            <a:endParaRPr lang="es-ES" sz="1800"/>
          </a:p>
          <a:p>
            <a:pPr>
              <a:lnSpc>
                <a:spcPct val="90000"/>
              </a:lnSpc>
            </a:pPr>
            <a:r>
              <a:rPr lang="es-ES" sz="1800" b="1"/>
              <a:t>-</a:t>
            </a:r>
            <a:r>
              <a:rPr lang="es-ES" sz="1800" b="1" err="1"/>
              <a:t>Description</a:t>
            </a:r>
            <a:r>
              <a:rPr lang="es-ES" sz="1800" b="1"/>
              <a:t> 'Usuario de prueba'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ES" sz="1800"/>
              <a:t>Una descripción opcional para identificar el propósito de la cuenta.</a:t>
            </a:r>
          </a:p>
        </p:txBody>
      </p:sp>
    </p:spTree>
    <p:extLst>
      <p:ext uri="{BB962C8B-B14F-4D97-AF65-F5344CB8AC3E}">
        <p14:creationId xmlns:p14="http://schemas.microsoft.com/office/powerpoint/2010/main" val="3573955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BA560F-B38A-7476-9F87-3D8DCCA7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Ejemplos con eliminar y habilitar y deshabilitar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427481-8802-3E70-A0E2-D24D1C03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3639" y="363794"/>
            <a:ext cx="5490320" cy="6184490"/>
          </a:xfrm>
        </p:spPr>
        <p:txBody>
          <a:bodyPr anchor="ctr">
            <a:normAutofit/>
          </a:bodyPr>
          <a:lstStyle/>
          <a:p>
            <a:r>
              <a:rPr lang="es-ES" sz="2400" b="1"/>
              <a:t>Deshabilitar un usuario</a:t>
            </a:r>
          </a:p>
          <a:p>
            <a:r>
              <a:rPr lang="es-ES" sz="2400" err="1"/>
              <a:t>Disable-LocalUser</a:t>
            </a:r>
            <a:r>
              <a:rPr lang="es-ES" sz="2400"/>
              <a:t> -</a:t>
            </a:r>
            <a:r>
              <a:rPr lang="es-ES" sz="2400" err="1"/>
              <a:t>Name</a:t>
            </a:r>
            <a:r>
              <a:rPr lang="es-ES" sz="2400"/>
              <a:t> "Alumno1"</a:t>
            </a:r>
          </a:p>
          <a:p>
            <a:r>
              <a:rPr lang="es-ES" sz="2400"/>
              <a:t>👉 El usuario Alumno1 seguirá existiendo, pero no podrá iniciar sesión.</a:t>
            </a:r>
          </a:p>
          <a:p>
            <a:r>
              <a:rPr lang="es-ES" sz="2400" b="1"/>
              <a:t>Puedes comprobarlo con:</a:t>
            </a:r>
          </a:p>
          <a:p>
            <a:r>
              <a:rPr lang="es-ES" sz="2400" err="1"/>
              <a:t>Get-LocalUser</a:t>
            </a:r>
            <a:r>
              <a:rPr lang="es-ES" sz="2400"/>
              <a:t> Alumno1</a:t>
            </a:r>
          </a:p>
          <a:p>
            <a:r>
              <a:rPr lang="es-ES" sz="2400"/>
              <a:t>Te saldrá con </a:t>
            </a:r>
            <a:r>
              <a:rPr lang="es-ES" sz="2400" err="1"/>
              <a:t>Enabled</a:t>
            </a:r>
            <a:r>
              <a:rPr lang="es-ES" sz="2400"/>
              <a:t> : False.</a:t>
            </a:r>
          </a:p>
          <a:p>
            <a:r>
              <a:rPr lang="es-ES" sz="2400" b="1"/>
              <a:t>🔹 Habilitarlo de nuevo (por si lo necesitas)</a:t>
            </a:r>
          </a:p>
          <a:p>
            <a:r>
              <a:rPr lang="es-ES" sz="2400" err="1"/>
              <a:t>Enable-LocalUser</a:t>
            </a:r>
            <a:r>
              <a:rPr lang="es-ES" sz="2400"/>
              <a:t> -</a:t>
            </a:r>
            <a:r>
              <a:rPr lang="es-ES" sz="2400" err="1"/>
              <a:t>Name</a:t>
            </a:r>
            <a:r>
              <a:rPr lang="es-ES" sz="2400"/>
              <a:t> "Alumno1"</a:t>
            </a:r>
          </a:p>
          <a:p>
            <a:r>
              <a:rPr lang="es-ES" sz="2400" b="1"/>
              <a:t>🔹 Eliminar un usuario</a:t>
            </a:r>
          </a:p>
          <a:p>
            <a:r>
              <a:rPr lang="es-ES" sz="2400" err="1"/>
              <a:t>Remove-LocalUser</a:t>
            </a:r>
            <a:r>
              <a:rPr lang="es-ES" sz="2400"/>
              <a:t> -</a:t>
            </a:r>
            <a:r>
              <a:rPr lang="es-ES" sz="2400" err="1"/>
              <a:t>Name</a:t>
            </a:r>
            <a:r>
              <a:rPr lang="es-ES" sz="2400"/>
              <a:t> "Alumno1"</a:t>
            </a:r>
          </a:p>
        </p:txBody>
      </p:sp>
    </p:spTree>
    <p:extLst>
      <p:ext uri="{BB962C8B-B14F-4D97-AF65-F5344CB8AC3E}">
        <p14:creationId xmlns:p14="http://schemas.microsoft.com/office/powerpoint/2010/main" val="2256132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D6E71-6975-10A4-C8F5-0C9516DA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3F7759-31A6-49B0-947E-0EEB17FBF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Empleado 1 </a:t>
            </a:r>
            <a:r>
              <a:rPr lang="es-ES" err="1"/>
              <a:t>Enable</a:t>
            </a:r>
            <a:endParaRPr lang="es-ES"/>
          </a:p>
          <a:p>
            <a:r>
              <a:rPr lang="es-ES"/>
              <a:t>Empleado 2 </a:t>
            </a:r>
            <a:r>
              <a:rPr lang="es-ES" err="1"/>
              <a:t>Disable</a:t>
            </a:r>
            <a:endParaRPr lang="es-ES"/>
          </a:p>
          <a:p>
            <a:r>
              <a:rPr lang="es-ES"/>
              <a:t>Empleado 3 </a:t>
            </a:r>
            <a:r>
              <a:rPr lang="es-ES" err="1"/>
              <a:t>Enable</a:t>
            </a:r>
            <a:endParaRPr lang="es-ES"/>
          </a:p>
          <a:p>
            <a:r>
              <a:rPr lang="es-ES"/>
              <a:t>Empleado 4 </a:t>
            </a:r>
            <a:r>
              <a:rPr lang="es-ES" err="1"/>
              <a:t>Disable</a:t>
            </a:r>
            <a:endParaRPr lang="es-ES"/>
          </a:p>
          <a:p>
            <a:r>
              <a:rPr lang="es-ES"/>
              <a:t>1ºCrear usuarios</a:t>
            </a:r>
          </a:p>
          <a:p>
            <a:r>
              <a:rPr lang="es-ES"/>
              <a:t>2º Cambiar el 2 y el 4 a </a:t>
            </a:r>
            <a:r>
              <a:rPr lang="es-ES" err="1"/>
              <a:t>Disable</a:t>
            </a:r>
            <a:endParaRPr lang="es-ES"/>
          </a:p>
          <a:p>
            <a:r>
              <a:rPr lang="es-ES"/>
              <a:t>3º Eliminarlos todos</a:t>
            </a:r>
          </a:p>
          <a:p>
            <a:pPr marL="0" indent="0">
              <a:buNone/>
            </a:pPr>
            <a:endParaRPr lang="es-ES"/>
          </a:p>
          <a:p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40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3394204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04" y="1458180"/>
            <a:ext cx="2325391" cy="3941640"/>
          </a:xfrm>
        </p:spPr>
        <p:txBody>
          <a:bodyPr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Cmdlets de grupos locales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98" y="1358552"/>
            <a:ext cx="4525422" cy="4041268"/>
          </a:xfrm>
        </p:spPr>
        <p:txBody>
          <a:bodyPr anchor="ctr">
            <a:normAutofit lnSpcReduction="10000"/>
          </a:bodyPr>
          <a:lstStyle/>
          <a:p>
            <a:r>
              <a:rPr lang="es-ES" sz="2800"/>
              <a:t>• </a:t>
            </a:r>
            <a:r>
              <a:rPr lang="es-ES" sz="2800" err="1"/>
              <a:t>Get-LocalGroup</a:t>
            </a:r>
            <a:r>
              <a:rPr lang="es-ES" sz="2800"/>
              <a:t> → Lista grupos locales</a:t>
            </a:r>
          </a:p>
          <a:p>
            <a:r>
              <a:rPr lang="es-ES" sz="2800"/>
              <a:t>• New-</a:t>
            </a:r>
            <a:r>
              <a:rPr lang="es-ES" sz="2800" err="1"/>
              <a:t>LocalGroup</a:t>
            </a:r>
            <a:r>
              <a:rPr lang="es-ES" sz="2800"/>
              <a:t> → Crear grupo</a:t>
            </a:r>
          </a:p>
          <a:p>
            <a:r>
              <a:rPr lang="es-ES" sz="2800"/>
              <a:t>• </a:t>
            </a:r>
            <a:r>
              <a:rPr lang="es-ES" sz="2800" err="1"/>
              <a:t>Add-LocalGroupMember</a:t>
            </a:r>
            <a:r>
              <a:rPr lang="es-ES" sz="2800"/>
              <a:t> → Añadir miembro</a:t>
            </a:r>
          </a:p>
          <a:p>
            <a:r>
              <a:rPr lang="es-ES" sz="2800"/>
              <a:t>• </a:t>
            </a:r>
            <a:r>
              <a:rPr lang="es-ES" sz="2800" err="1"/>
              <a:t>Remove-LocalGroupMember</a:t>
            </a:r>
            <a:r>
              <a:rPr lang="es-ES" sz="2800"/>
              <a:t> → Quitar miembro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9144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880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Ejemplo: Crear grupo y añadir usuario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0B0EBE-10C1-2276-D345-477985A79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42241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848B90-D4EA-2851-2DCE-0AB212C9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Ejemplos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826EB6-842F-5560-4AE2-C9B2E3319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2800"/>
              <a:t>En el caso que queremos ver los miembros de un grupo:</a:t>
            </a:r>
          </a:p>
          <a:p>
            <a:r>
              <a:rPr lang="es-ES" sz="2800" b="1" err="1"/>
              <a:t>Get-LocalGroupMember</a:t>
            </a:r>
            <a:r>
              <a:rPr lang="es-ES" sz="2800" b="1"/>
              <a:t> –</a:t>
            </a:r>
            <a:r>
              <a:rPr lang="es-ES" sz="2800" b="1" err="1"/>
              <a:t>Group</a:t>
            </a:r>
            <a:r>
              <a:rPr lang="es-ES" sz="2800" b="1"/>
              <a:t> “Alumnos</a:t>
            </a:r>
            <a:r>
              <a:rPr lang="es-ES" sz="2800"/>
              <a:t>”</a:t>
            </a:r>
          </a:p>
          <a:p>
            <a:pPr marL="0" indent="0">
              <a:buNone/>
            </a:pPr>
            <a:r>
              <a:rPr lang="es-ES" sz="2800"/>
              <a:t>Quitar un miembro</a:t>
            </a:r>
          </a:p>
          <a:p>
            <a:r>
              <a:rPr lang="es-ES" sz="2800" b="1" err="1"/>
              <a:t>Remove-LocalGroupMember</a:t>
            </a:r>
            <a:r>
              <a:rPr lang="es-ES" sz="2800" b="1"/>
              <a:t> –</a:t>
            </a:r>
            <a:r>
              <a:rPr lang="es-ES" sz="2800" b="1" err="1"/>
              <a:t>Group</a:t>
            </a:r>
            <a:r>
              <a:rPr lang="es-ES" sz="2800" b="1"/>
              <a:t> </a:t>
            </a:r>
            <a:r>
              <a:rPr lang="es-ES" sz="2800"/>
              <a:t>“Alumnos” –</a:t>
            </a:r>
            <a:r>
              <a:rPr lang="es-ES" sz="2800" err="1"/>
              <a:t>Member</a:t>
            </a:r>
            <a:r>
              <a:rPr lang="es-ES" sz="2800"/>
              <a:t> “Alumno1”</a:t>
            </a:r>
          </a:p>
          <a:p>
            <a:r>
              <a:rPr lang="es-ES" sz="2800" b="1"/>
              <a:t>Eliminar un grupo</a:t>
            </a:r>
          </a:p>
          <a:p>
            <a:pPr marL="0" indent="0">
              <a:buNone/>
            </a:pPr>
            <a:r>
              <a:rPr lang="es-ES" sz="2800" err="1"/>
              <a:t>Remove-LocalGroup</a:t>
            </a:r>
            <a:r>
              <a:rPr lang="es-ES" sz="2800"/>
              <a:t> -</a:t>
            </a:r>
            <a:r>
              <a:rPr lang="es-ES" sz="2800" err="1"/>
              <a:t>Name</a:t>
            </a:r>
            <a:r>
              <a:rPr lang="es-ES" sz="2800"/>
              <a:t> “Alumnos”</a:t>
            </a:r>
          </a:p>
        </p:txBody>
      </p:sp>
    </p:spTree>
    <p:extLst>
      <p:ext uri="{BB962C8B-B14F-4D97-AF65-F5344CB8AC3E}">
        <p14:creationId xmlns:p14="http://schemas.microsoft.com/office/powerpoint/2010/main" val="1323068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588CB-D7CF-DCF3-2E66-0690E036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7F850-C586-326D-B0E8-EEF765571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297858"/>
            <a:ext cx="8721213" cy="5053781"/>
          </a:xfrm>
        </p:spPr>
        <p:txBody>
          <a:bodyPr/>
          <a:lstStyle/>
          <a:p>
            <a:r>
              <a:rPr lang="es-ES"/>
              <a:t>Vamos a crear seis usuarios: Informatica1, informatica2, informática3, marketing1, marketing2, marketing3</a:t>
            </a:r>
          </a:p>
          <a:p>
            <a:r>
              <a:rPr lang="es-ES"/>
              <a:t>Crear dos grupos: </a:t>
            </a:r>
            <a:r>
              <a:rPr lang="es-ES" err="1"/>
              <a:t>informatica</a:t>
            </a:r>
            <a:r>
              <a:rPr lang="es-ES"/>
              <a:t>, marketing</a:t>
            </a:r>
          </a:p>
          <a:p>
            <a:r>
              <a:rPr lang="es-ES"/>
              <a:t>Vamos a asignar los usuarios de informática a grupo informática y lo mismo con los usuarios de marketing con el grupo marketing</a:t>
            </a:r>
          </a:p>
          <a:p>
            <a:r>
              <a:rPr lang="es-ES" err="1"/>
              <a:t>Despues</a:t>
            </a:r>
            <a:r>
              <a:rPr lang="es-ES"/>
              <a:t> eliminarlo todo</a:t>
            </a:r>
          </a:p>
        </p:txBody>
      </p:sp>
    </p:spTree>
    <p:extLst>
      <p:ext uri="{BB962C8B-B14F-4D97-AF65-F5344CB8AC3E}">
        <p14:creationId xmlns:p14="http://schemas.microsoft.com/office/powerpoint/2010/main" val="2112133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de usuarios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611C58-1DF1-EA5A-5306-F1E49A87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11434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de grupos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E95F70-E2B0-2DE2-BB36-75C733F62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682372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Ejercicios de eventos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CF73F1-DEC2-59CC-9318-D06A43371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53757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B0A85B-2442-9A42-0CE4-6D36CAB7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Revisar eventos de seguridad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45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bg1"/>
                </a:solidFill>
              </a:rPr>
              <a:t>Eventos de seguridad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48159B-8547-2650-A4B2-998E14B282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47752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Ejemplo: Inicios de sesión fallidos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WinEvent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FilterHashtable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@{LogName='Security'; Id=4625} | Select </a:t>
            </a:r>
            <a:r>
              <a:rPr lang="en-US" sz="35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TimeCreated</a:t>
            </a: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9" y="637762"/>
            <a:ext cx="2174676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Exportar eventos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3581" y="637762"/>
            <a:ext cx="4200435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Get-EventLog -LogName Security -Newest 50 | Export-Csv eventos_seguridad.csv -NoTypeInformation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625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2"/>
            <a:ext cx="321329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Microproyecto: Administración de usuarios y seguridad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4598" y="637762"/>
            <a:ext cx="3229410" cy="58609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Objetivo: Crear un script completo que gestione usuarios, grupos y permisos.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3973" y="442452"/>
            <a:ext cx="5584723" cy="5948516"/>
          </a:xfrm>
        </p:spPr>
        <p:txBody>
          <a:bodyPr anchor="ctr">
            <a:normAutofit/>
          </a:bodyPr>
          <a:lstStyle/>
          <a:p>
            <a:r>
              <a:rPr lang="es-ES" sz="2400"/>
              <a:t>1. Crear 3 usuarios (</a:t>
            </a:r>
            <a:r>
              <a:rPr lang="es-ES" sz="2400" err="1"/>
              <a:t>AlumnoA</a:t>
            </a:r>
            <a:r>
              <a:rPr lang="es-ES" sz="2400"/>
              <a:t>, </a:t>
            </a:r>
            <a:r>
              <a:rPr lang="es-ES" sz="2400" err="1"/>
              <a:t>AlumnoB</a:t>
            </a:r>
            <a:r>
              <a:rPr lang="es-ES" sz="2400"/>
              <a:t>, </a:t>
            </a:r>
            <a:r>
              <a:rPr lang="es-ES" sz="2400" err="1"/>
              <a:t>AlumnoC</a:t>
            </a:r>
            <a:r>
              <a:rPr lang="es-ES" sz="2400"/>
              <a:t>)</a:t>
            </a:r>
          </a:p>
          <a:p>
            <a:r>
              <a:rPr lang="es-ES" sz="2400"/>
              <a:t>2. Crear un grupo 'Alumnos' y añadirlos</a:t>
            </a:r>
          </a:p>
          <a:p>
            <a:r>
              <a:rPr lang="es-ES" sz="2400"/>
              <a:t>3. Crear una carpeta 'Compartida' y dar permisos al grupo</a:t>
            </a:r>
          </a:p>
          <a:p>
            <a:r>
              <a:rPr lang="es-ES" sz="2400"/>
              <a:t>4. Exportar lista de usuarios y grupos a TXT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Entrega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Los alumnos deben entregar el script .ps1 y una captura de la carpeta 'Compartida' con permisos asignados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Resumen del Bloque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• Políticas de ejecución: Get/Set-ExecutionPolicy</a:t>
            </a:r>
          </a:p>
          <a:p>
            <a:r>
              <a:rPr lang="es-ES" sz="1700"/>
              <a:t>• Permisos: Get-Acl, Set-Acl</a:t>
            </a:r>
          </a:p>
          <a:p>
            <a:r>
              <a:rPr lang="es-ES" sz="1700"/>
              <a:t>• Usuarios locales: Get/New/Set/Enable/Disable/Remove-LocalUser</a:t>
            </a:r>
          </a:p>
          <a:p>
            <a:r>
              <a:rPr lang="es-ES" sz="1700"/>
              <a:t>• Grupos locales: Get/New/Add/Remove-LocalGroupMember</a:t>
            </a:r>
          </a:p>
          <a:p>
            <a:r>
              <a:rPr lang="es-ES" sz="1700"/>
              <a:t>• Eventos de seguridad: Get-EventLog, Get-WinEvent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Preguntas de repaso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1. ¿Qué política de ejecución permite scripts locales seguros?</a:t>
            </a:r>
          </a:p>
          <a:p>
            <a:r>
              <a:rPr lang="es-ES" sz="1700"/>
              <a:t>2. ¿Qué cmdlet usas para crear un usuario?</a:t>
            </a:r>
          </a:p>
          <a:p>
            <a:r>
              <a:rPr lang="es-ES" sz="1700"/>
              <a:t>3. ¿Cómo añades un usuario a un grupo?</a:t>
            </a:r>
          </a:p>
          <a:p>
            <a:r>
              <a:rPr lang="es-ES" sz="1700"/>
              <a:t>4. ¿Qué evento corresponde a inicios de sesión fallidos?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664A9-7586-46B7-D721-A91EADF7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Apéndice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434C65-CA8C-A1F2-EE46-0B3C597A9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/>
              <a:t>Como podemos usar </a:t>
            </a:r>
            <a:r>
              <a:rPr lang="es-ES" b="1" err="1"/>
              <a:t>return</a:t>
            </a:r>
            <a:r>
              <a:rPr lang="es-ES" b="1"/>
              <a:t> en funciones con PowerShell</a:t>
            </a:r>
          </a:p>
          <a:p>
            <a:r>
              <a:rPr lang="es-ES" err="1"/>
              <a:t>function</a:t>
            </a:r>
            <a:r>
              <a:rPr lang="es-ES"/>
              <a:t> </a:t>
            </a:r>
            <a:r>
              <a:rPr lang="es-ES" err="1"/>
              <a:t>Get</a:t>
            </a:r>
            <a:r>
              <a:rPr lang="es-ES"/>
              <a:t>-Saludo {</a:t>
            </a:r>
          </a:p>
          <a:p>
            <a:r>
              <a:rPr lang="es-ES"/>
              <a:t>    </a:t>
            </a:r>
            <a:r>
              <a:rPr lang="es-ES" err="1"/>
              <a:t>param</a:t>
            </a:r>
            <a:r>
              <a:rPr lang="es-ES"/>
              <a:t>($nombre)</a:t>
            </a:r>
          </a:p>
          <a:p>
            <a:r>
              <a:rPr lang="es-ES"/>
              <a:t>    </a:t>
            </a:r>
            <a:r>
              <a:rPr lang="es-ES" err="1"/>
              <a:t>return</a:t>
            </a:r>
            <a:r>
              <a:rPr lang="es-ES"/>
              <a:t> "Hola, $nombre"</a:t>
            </a:r>
          </a:p>
          <a:p>
            <a:r>
              <a:rPr lang="es-ES"/>
              <a:t>}</a:t>
            </a:r>
          </a:p>
          <a:p>
            <a:endParaRPr lang="es-ES"/>
          </a:p>
          <a:p>
            <a:r>
              <a:rPr lang="es-ES"/>
              <a:t># Llamada</a:t>
            </a:r>
          </a:p>
          <a:p>
            <a:r>
              <a:rPr lang="es-ES"/>
              <a:t>$mensaje = </a:t>
            </a:r>
            <a:r>
              <a:rPr lang="es-ES" err="1"/>
              <a:t>Get</a:t>
            </a:r>
            <a:r>
              <a:rPr lang="es-ES"/>
              <a:t>-Saludo -nombre "Alberto"</a:t>
            </a:r>
          </a:p>
          <a:p>
            <a:r>
              <a:rPr lang="es-ES" err="1"/>
              <a:t>Write</a:t>
            </a:r>
            <a:r>
              <a:rPr lang="es-ES"/>
              <a:t>-Host $mensaje</a:t>
            </a:r>
          </a:p>
          <a:p>
            <a:r>
              <a:rPr lang="es-ES"/>
              <a:t>🔹 Aquí la función devuelve un valor (no lo muestra directamente).</a:t>
            </a:r>
          </a:p>
          <a:p>
            <a:r>
              <a:rPr lang="es-ES"/>
              <a:t>El resultado se almacena en $mensaje.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885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354EE-372B-D0EB-A0C5-44E46713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s-ES"/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CDCE30-C787-4B8A-2D6A-CB6A92DE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580103"/>
            <a:ext cx="8780205" cy="6277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100"/>
              <a:t>🧩 2️⃣ Usar el resultado de una función como parámetro en otra. Imagina que tienes dos funciones:. Una obtiene una dirección IP local. La otra usa esa IP para crear un log o mostrar información.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 err="1"/>
              <a:t>function</a:t>
            </a:r>
            <a:r>
              <a:rPr lang="es-ES" sz="1100"/>
              <a:t> </a:t>
            </a:r>
            <a:r>
              <a:rPr lang="es-ES" sz="1100" err="1"/>
              <a:t>Get-IPLocal</a:t>
            </a:r>
            <a:r>
              <a:rPr lang="es-ES" sz="1100"/>
              <a:t> {</a:t>
            </a:r>
          </a:p>
          <a:p>
            <a:pPr marL="0" indent="0">
              <a:buNone/>
            </a:pPr>
            <a:r>
              <a:rPr lang="es-ES" sz="1100"/>
              <a:t>    # Devuelve la IP local IPv4 (excepto 169.*)</a:t>
            </a:r>
          </a:p>
          <a:p>
            <a:pPr marL="0" indent="0">
              <a:buNone/>
            </a:pPr>
            <a:r>
              <a:rPr lang="es-ES" sz="1100"/>
              <a:t>    $</a:t>
            </a:r>
            <a:r>
              <a:rPr lang="es-ES" sz="1100" err="1"/>
              <a:t>ip</a:t>
            </a:r>
            <a:r>
              <a:rPr lang="es-ES" sz="1100"/>
              <a:t> = (</a:t>
            </a:r>
            <a:r>
              <a:rPr lang="es-ES" sz="1100" err="1"/>
              <a:t>Get-NetIPAddress</a:t>
            </a:r>
            <a:r>
              <a:rPr lang="es-ES" sz="1100"/>
              <a:t> -</a:t>
            </a:r>
            <a:r>
              <a:rPr lang="es-ES" sz="1100" err="1"/>
              <a:t>AddressFamily</a:t>
            </a:r>
            <a:r>
              <a:rPr lang="es-ES" sz="1100"/>
              <a:t> IPv4 |</a:t>
            </a:r>
          </a:p>
          <a:p>
            <a:pPr marL="0" indent="0">
              <a:buNone/>
            </a:pPr>
            <a:r>
              <a:rPr lang="es-ES" sz="1100"/>
              <a:t>           </a:t>
            </a:r>
            <a:r>
              <a:rPr lang="es-ES" sz="1100" err="1"/>
              <a:t>Where-Object</a:t>
            </a:r>
            <a:r>
              <a:rPr lang="es-ES" sz="1100"/>
              <a:t> { $_.</a:t>
            </a:r>
            <a:r>
              <a:rPr lang="es-ES" sz="1100" err="1"/>
              <a:t>IPAddress</a:t>
            </a:r>
            <a:r>
              <a:rPr lang="es-ES" sz="1100"/>
              <a:t> -</a:t>
            </a:r>
            <a:r>
              <a:rPr lang="es-ES" sz="1100" err="1"/>
              <a:t>notlike</a:t>
            </a:r>
            <a:r>
              <a:rPr lang="es-ES" sz="1100"/>
              <a:t> "169.*" -and $_.</a:t>
            </a:r>
            <a:r>
              <a:rPr lang="es-ES" sz="1100" err="1"/>
              <a:t>IPAddress</a:t>
            </a:r>
            <a:r>
              <a:rPr lang="es-ES" sz="1100"/>
              <a:t> -</a:t>
            </a:r>
            <a:r>
              <a:rPr lang="es-ES" sz="1100" err="1"/>
              <a:t>ne</a:t>
            </a:r>
            <a:r>
              <a:rPr lang="es-ES" sz="1100"/>
              <a:t> "127.0.0.1" } |</a:t>
            </a:r>
          </a:p>
          <a:p>
            <a:pPr marL="0" indent="0">
              <a:buNone/>
            </a:pPr>
            <a:r>
              <a:rPr lang="es-ES" sz="1100"/>
              <a:t>           </a:t>
            </a:r>
            <a:r>
              <a:rPr lang="es-ES" sz="1100" err="1"/>
              <a:t>Select-Object</a:t>
            </a:r>
            <a:r>
              <a:rPr lang="es-ES" sz="1100"/>
              <a:t> -</a:t>
            </a:r>
            <a:r>
              <a:rPr lang="es-ES" sz="1100" err="1"/>
              <a:t>First</a:t>
            </a:r>
            <a:r>
              <a:rPr lang="es-ES" sz="1100"/>
              <a:t> 1 -</a:t>
            </a:r>
            <a:r>
              <a:rPr lang="es-ES" sz="1100" err="1"/>
              <a:t>ExpandProperty</a:t>
            </a:r>
            <a:r>
              <a:rPr lang="es-ES" sz="1100"/>
              <a:t> </a:t>
            </a:r>
            <a:r>
              <a:rPr lang="es-ES" sz="1100" err="1"/>
              <a:t>IPAddress</a:t>
            </a:r>
            <a:r>
              <a:rPr lang="es-ES" sz="1100"/>
              <a:t>)</a:t>
            </a:r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return</a:t>
            </a:r>
            <a:r>
              <a:rPr lang="es-ES" sz="1100"/>
              <a:t> $</a:t>
            </a:r>
            <a:r>
              <a:rPr lang="es-ES" sz="1100" err="1"/>
              <a:t>ip</a:t>
            </a:r>
            <a:endParaRPr lang="es-ES" sz="1100"/>
          </a:p>
          <a:p>
            <a:pPr marL="0" indent="0">
              <a:buNone/>
            </a:pPr>
            <a:r>
              <a:rPr lang="es-ES" sz="1100"/>
              <a:t>}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 err="1"/>
              <a:t>function</a:t>
            </a:r>
            <a:r>
              <a:rPr lang="es-ES" sz="1100"/>
              <a:t> Crear-Log {</a:t>
            </a:r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param</a:t>
            </a:r>
            <a:r>
              <a:rPr lang="es-ES" sz="1100"/>
              <a:t>($</a:t>
            </a:r>
            <a:r>
              <a:rPr lang="es-ES" sz="1100" err="1"/>
              <a:t>direccionIP</a:t>
            </a:r>
            <a:r>
              <a:rPr lang="es-ES" sz="1100"/>
              <a:t>)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    $fecha = </a:t>
            </a:r>
            <a:r>
              <a:rPr lang="es-ES" sz="1100" err="1"/>
              <a:t>Get</a:t>
            </a:r>
            <a:r>
              <a:rPr lang="es-ES" sz="1100"/>
              <a:t>-Date -</a:t>
            </a:r>
            <a:r>
              <a:rPr lang="es-ES" sz="1100" err="1"/>
              <a:t>Format</a:t>
            </a:r>
            <a:r>
              <a:rPr lang="es-ES" sz="1100"/>
              <a:t> "</a:t>
            </a:r>
            <a:r>
              <a:rPr lang="es-ES" sz="1100" err="1"/>
              <a:t>yyyy</a:t>
            </a:r>
            <a:r>
              <a:rPr lang="es-ES" sz="1100"/>
              <a:t>-MM-</a:t>
            </a:r>
            <a:r>
              <a:rPr lang="es-ES" sz="1100" err="1"/>
              <a:t>dd</a:t>
            </a:r>
            <a:r>
              <a:rPr lang="es-ES" sz="1100"/>
              <a:t> </a:t>
            </a:r>
            <a:r>
              <a:rPr lang="es-ES" sz="1100" err="1"/>
              <a:t>HH:mm:ss</a:t>
            </a:r>
            <a:r>
              <a:rPr lang="es-ES" sz="1100"/>
              <a:t>"</a:t>
            </a:r>
          </a:p>
          <a:p>
            <a:pPr marL="0" indent="0">
              <a:buNone/>
            </a:pPr>
            <a:r>
              <a:rPr lang="es-ES" sz="1100"/>
              <a:t>    $</a:t>
            </a:r>
            <a:r>
              <a:rPr lang="es-ES" sz="1100" err="1"/>
              <a:t>linea</a:t>
            </a:r>
            <a:r>
              <a:rPr lang="es-ES" sz="1100"/>
              <a:t> = "$fecha - IP local: $</a:t>
            </a:r>
            <a:r>
              <a:rPr lang="es-ES" sz="1100" err="1"/>
              <a:t>direccionIP</a:t>
            </a:r>
            <a:r>
              <a:rPr lang="es-ES" sz="1100"/>
              <a:t>"</a:t>
            </a:r>
          </a:p>
          <a:p>
            <a:pPr marL="0" indent="0">
              <a:buNone/>
            </a:pPr>
            <a:r>
              <a:rPr lang="es-ES" sz="1100"/>
              <a:t>    $ruta = "C:\Informes\log_ip.txt"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    # Asegura carpeta</a:t>
            </a:r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if</a:t>
            </a:r>
            <a:r>
              <a:rPr lang="es-ES" sz="1100"/>
              <a:t> (-</a:t>
            </a:r>
            <a:r>
              <a:rPr lang="es-ES" sz="1100" err="1"/>
              <a:t>not</a:t>
            </a:r>
            <a:r>
              <a:rPr lang="es-ES" sz="1100"/>
              <a:t> (Test-</a:t>
            </a:r>
            <a:r>
              <a:rPr lang="es-ES" sz="1100" err="1"/>
              <a:t>Path</a:t>
            </a:r>
            <a:r>
              <a:rPr lang="es-ES" sz="1100"/>
              <a:t> (Split-</a:t>
            </a:r>
            <a:r>
              <a:rPr lang="es-ES" sz="1100" err="1"/>
              <a:t>Path</a:t>
            </a:r>
            <a:r>
              <a:rPr lang="es-ES" sz="1100"/>
              <a:t> $ruta))) {</a:t>
            </a:r>
          </a:p>
          <a:p>
            <a:pPr marL="0" indent="0">
              <a:buNone/>
            </a:pPr>
            <a:r>
              <a:rPr lang="es-ES" sz="1100"/>
              <a:t>        New-</a:t>
            </a:r>
            <a:r>
              <a:rPr lang="es-ES" sz="1100" err="1"/>
              <a:t>Item</a:t>
            </a:r>
            <a:r>
              <a:rPr lang="es-ES" sz="1100"/>
              <a:t> -</a:t>
            </a:r>
            <a:r>
              <a:rPr lang="es-ES" sz="1100" err="1"/>
              <a:t>ItemType</a:t>
            </a:r>
            <a:r>
              <a:rPr lang="es-ES" sz="1100"/>
              <a:t> </a:t>
            </a:r>
            <a:r>
              <a:rPr lang="es-ES" sz="1100" err="1"/>
              <a:t>Directory</a:t>
            </a:r>
            <a:r>
              <a:rPr lang="es-ES" sz="1100"/>
              <a:t> -</a:t>
            </a:r>
            <a:r>
              <a:rPr lang="es-ES" sz="1100" err="1"/>
              <a:t>Path</a:t>
            </a:r>
            <a:r>
              <a:rPr lang="es-ES" sz="1100"/>
              <a:t> (Split-</a:t>
            </a:r>
            <a:r>
              <a:rPr lang="es-ES" sz="1100" err="1"/>
              <a:t>Path</a:t>
            </a:r>
            <a:r>
              <a:rPr lang="es-ES" sz="1100"/>
              <a:t> $ruta) | </a:t>
            </a:r>
            <a:r>
              <a:rPr lang="es-ES" sz="1100" err="1"/>
              <a:t>Out-Null</a:t>
            </a:r>
            <a:endParaRPr lang="es-ES" sz="1100"/>
          </a:p>
          <a:p>
            <a:pPr marL="0" indent="0">
              <a:buNone/>
            </a:pPr>
            <a:r>
              <a:rPr lang="es-ES" sz="1100"/>
              <a:t>    }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    $</a:t>
            </a:r>
            <a:r>
              <a:rPr lang="es-ES" sz="1100" err="1"/>
              <a:t>linea</a:t>
            </a:r>
            <a:r>
              <a:rPr lang="es-ES" sz="1100"/>
              <a:t> | </a:t>
            </a:r>
            <a:r>
              <a:rPr lang="es-ES" sz="1100" err="1"/>
              <a:t>Out</a:t>
            </a:r>
            <a:r>
              <a:rPr lang="es-ES" sz="1100"/>
              <a:t>-File -</a:t>
            </a:r>
            <a:r>
              <a:rPr lang="es-ES" sz="1100" err="1"/>
              <a:t>FilePath</a:t>
            </a:r>
            <a:r>
              <a:rPr lang="es-ES" sz="1100"/>
              <a:t> $ruta -</a:t>
            </a:r>
            <a:r>
              <a:rPr lang="es-ES" sz="1100" err="1"/>
              <a:t>Append</a:t>
            </a:r>
            <a:endParaRPr lang="es-ES" sz="1100"/>
          </a:p>
          <a:p>
            <a:pPr marL="0" indent="0">
              <a:buNone/>
            </a:pPr>
            <a:r>
              <a:rPr lang="es-ES" sz="1100"/>
              <a:t>    </a:t>
            </a:r>
            <a:r>
              <a:rPr lang="es-ES" sz="1100" err="1"/>
              <a:t>Write</a:t>
            </a:r>
            <a:r>
              <a:rPr lang="es-ES" sz="1100"/>
              <a:t>-Host "✅ Log guardado: $</a:t>
            </a:r>
            <a:r>
              <a:rPr lang="es-ES" sz="1100" err="1"/>
              <a:t>linea</a:t>
            </a:r>
            <a:r>
              <a:rPr lang="es-ES" sz="1100"/>
              <a:t>"</a:t>
            </a:r>
          </a:p>
          <a:p>
            <a:pPr marL="0" indent="0">
              <a:buNone/>
            </a:pPr>
            <a:r>
              <a:rPr lang="es-ES" sz="1100"/>
              <a:t>}</a:t>
            </a:r>
          </a:p>
          <a:p>
            <a:pPr marL="0" indent="0">
              <a:buNone/>
            </a:pPr>
            <a:endParaRPr lang="es-ES" sz="1100"/>
          </a:p>
          <a:p>
            <a:pPr marL="0" indent="0">
              <a:buNone/>
            </a:pPr>
            <a:r>
              <a:rPr lang="es-ES" sz="1100"/>
              <a:t># --- Uso combinado ---</a:t>
            </a:r>
          </a:p>
          <a:p>
            <a:pPr marL="0" indent="0">
              <a:buNone/>
            </a:pPr>
            <a:r>
              <a:rPr lang="es-ES" sz="1100"/>
              <a:t>$</a:t>
            </a:r>
            <a:r>
              <a:rPr lang="es-ES" sz="1100" err="1"/>
              <a:t>ip</a:t>
            </a:r>
            <a:r>
              <a:rPr lang="es-ES" sz="1100"/>
              <a:t> = </a:t>
            </a:r>
            <a:r>
              <a:rPr lang="es-ES" sz="1100" err="1"/>
              <a:t>Get-IPLocal</a:t>
            </a:r>
            <a:r>
              <a:rPr lang="es-ES" sz="1100"/>
              <a:t>          # Llamamos a la primera</a:t>
            </a:r>
          </a:p>
          <a:p>
            <a:pPr marL="0" indent="0">
              <a:buNone/>
            </a:pPr>
            <a:r>
              <a:rPr lang="es-ES" sz="1100"/>
              <a:t>Crear-Log -</a:t>
            </a:r>
            <a:r>
              <a:rPr lang="es-ES" sz="1100" err="1"/>
              <a:t>direccionIP</a:t>
            </a:r>
            <a:r>
              <a:rPr lang="es-ES" sz="1100"/>
              <a:t> $</a:t>
            </a:r>
            <a:r>
              <a:rPr lang="es-ES" sz="1100" err="1"/>
              <a:t>ip</a:t>
            </a:r>
            <a:r>
              <a:rPr lang="es-ES" sz="1100"/>
              <a:t> # Reutilizamos</a:t>
            </a:r>
          </a:p>
        </p:txBody>
      </p:sp>
    </p:spTree>
    <p:extLst>
      <p:ext uri="{BB962C8B-B14F-4D97-AF65-F5344CB8AC3E}">
        <p14:creationId xmlns:p14="http://schemas.microsoft.com/office/powerpoint/2010/main" val="102902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1681</Words>
  <Application>Microsoft Office PowerPoint</Application>
  <PresentationFormat>Presentación en pantalla (4:3)</PresentationFormat>
  <Paragraphs>262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Curso PowerShell Bloque 4: Seguridad y Usuarios</vt:lpstr>
      <vt:lpstr>Introducción al Bloque 4</vt:lpstr>
      <vt:lpstr>Importancia práctica</vt:lpstr>
      <vt:lpstr>Gestionar la seguridad en PowerShell </vt:lpstr>
      <vt:lpstr>Política de ejecución de scripts</vt:lpstr>
      <vt:lpstr>Ejemplo: Cambiar política</vt:lpstr>
      <vt:lpstr>información</vt:lpstr>
      <vt:lpstr>información</vt:lpstr>
      <vt:lpstr>Ejercicios de seguridad</vt:lpstr>
      <vt:lpstr>Configurar permisos en archivos y carpetas </vt:lpstr>
      <vt:lpstr>Permisos de archivos y carpetas</vt:lpstr>
      <vt:lpstr>Explicación</vt:lpstr>
      <vt:lpstr>Explicación</vt:lpstr>
      <vt:lpstr>• Administrar usuarios y grupos locales </vt:lpstr>
      <vt:lpstr>Cmdlets de usuarios locales</vt:lpstr>
      <vt:lpstr>Ejemplo: Crear usuario</vt:lpstr>
      <vt:lpstr>Éxplicación del ejemplo</vt:lpstr>
      <vt:lpstr>Ejemplos con eliminar y habilitar y deshabilitar usuario</vt:lpstr>
      <vt:lpstr>Ejercicio</vt:lpstr>
      <vt:lpstr>Cmdlets de grupos locales</vt:lpstr>
      <vt:lpstr>Ejemplo: Crear grupo y añadir usuario</vt:lpstr>
      <vt:lpstr>Ejemplos</vt:lpstr>
      <vt:lpstr>Ejercicio</vt:lpstr>
      <vt:lpstr>Ejercicios de usuarios</vt:lpstr>
      <vt:lpstr>Ejercicios de grupos</vt:lpstr>
      <vt:lpstr>Ejercicios de eventos</vt:lpstr>
      <vt:lpstr>Revisar eventos de seguridad </vt:lpstr>
      <vt:lpstr>Eventos de seguridad</vt:lpstr>
      <vt:lpstr>Ejemplo: Inicios de sesión fallidos</vt:lpstr>
      <vt:lpstr>Exportar eventos</vt:lpstr>
      <vt:lpstr>Microproyecto: Administración de usuarios y seguridad</vt:lpstr>
      <vt:lpstr>Requisitos</vt:lpstr>
      <vt:lpstr>Entrega</vt:lpstr>
      <vt:lpstr>Resumen del Bloque 4</vt:lpstr>
      <vt:lpstr>Preguntas de repaso</vt:lpstr>
      <vt:lpstr>Apéndice</vt:lpstr>
      <vt:lpstr>Ejemplo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2026-02-27T11:11:44Z</dcterms:modified>
  <cp:category/>
</cp:coreProperties>
</file>